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88fac04b6a4010" /><Relationship Type="http://schemas.openxmlformats.org/officeDocument/2006/relationships/extended-properties" Target="/docProps/app.xml" Id="Rea2c722885f14c43" /><Relationship Type="http://schemas.openxmlformats.org/officeDocument/2006/relationships/officeDocument" Target="/ppt/presentation.xml" Id="R4e31fe44312148ac" /></Relationships>
</file>

<file path=ppt/presentation.xml><?xml version="1.0" encoding="utf-8"?>
<p:presentation xmlns:p="http://schemas.openxmlformats.org/presentationml/2006/main">
  <p:sldMasterIdLst>
    <p:sldMasterId xmlns:r="http://schemas.openxmlformats.org/officeDocument/2006/relationships" id="2147483648" r:id="Re250ba08da4a4b9a"/>
  </p:sldMasterIdLst>
  <p:notesMasterIdLst>
    <p:notesMasterId xmlns:r="http://schemas.openxmlformats.org/officeDocument/2006/relationships" r:id="Red0014339d8d4720"/>
  </p:notesMasterIdLst>
  <p:sldIdLst>
    <p:sldId xmlns:r="http://schemas.openxmlformats.org/officeDocument/2006/relationships" id="256" r:id="R7d456a1e429146a9"/>
    <p:sldId xmlns:r="http://schemas.openxmlformats.org/officeDocument/2006/relationships" id="257" r:id="R47790c69da7f4f6c"/>
    <p:sldId xmlns:r="http://schemas.openxmlformats.org/officeDocument/2006/relationships" id="258" r:id="R162896374edd421e"/>
    <p:sldId xmlns:r="http://schemas.openxmlformats.org/officeDocument/2006/relationships" id="259" r:id="R72a78b8f4af84c8d"/>
    <p:sldId xmlns:r="http://schemas.openxmlformats.org/officeDocument/2006/relationships" id="260" r:id="Rba91b1eaeb244a2f"/>
    <p:sldId xmlns:r="http://schemas.openxmlformats.org/officeDocument/2006/relationships" id="261" r:id="R198b5a50ca1f4b45"/>
    <p:sldId xmlns:r="http://schemas.openxmlformats.org/officeDocument/2006/relationships" id="262" r:id="Rc239f9504ae24dfd"/>
    <p:sldId xmlns:r="http://schemas.openxmlformats.org/officeDocument/2006/relationships" id="263" r:id="Re6b6d79b5bf64c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4e9fd276fd4677" /><Relationship Type="http://schemas.openxmlformats.org/officeDocument/2006/relationships/slideMaster" Target="/ppt/slideMasters/slideMaster1.xml" Id="Re250ba08da4a4b9a" /><Relationship Type="http://schemas.openxmlformats.org/officeDocument/2006/relationships/notesMaster" Target="/ppt/notesMasters/notesMaster1.xml" Id="Red0014339d8d4720" /><Relationship Type="http://schemas.openxmlformats.org/officeDocument/2006/relationships/presProps" Target="/ppt/presProps.xml" Id="Rcc85059e0ea44de9" /><Relationship Type="http://schemas.openxmlformats.org/officeDocument/2006/relationships/tableStyles" Target="/ppt/tableStyles.xml" Id="Rf17afd80af8e490f" /><Relationship Type="http://schemas.openxmlformats.org/officeDocument/2006/relationships/slide" Target="/ppt/slides/slide1.xml" Id="R7d456a1e429146a9" /><Relationship Type="http://schemas.openxmlformats.org/officeDocument/2006/relationships/slide" Target="/ppt/slides/slide2.xml" Id="R47790c69da7f4f6c" /><Relationship Type="http://schemas.openxmlformats.org/officeDocument/2006/relationships/slide" Target="/ppt/slides/slide3.xml" Id="R162896374edd421e" /><Relationship Type="http://schemas.openxmlformats.org/officeDocument/2006/relationships/slide" Target="/ppt/slides/slide4.xml" Id="R72a78b8f4af84c8d" /><Relationship Type="http://schemas.openxmlformats.org/officeDocument/2006/relationships/slide" Target="/ppt/slides/slide5.xml" Id="Rba91b1eaeb244a2f" /><Relationship Type="http://schemas.openxmlformats.org/officeDocument/2006/relationships/slide" Target="/ppt/slides/slide6.xml" Id="R198b5a50ca1f4b45" /><Relationship Type="http://schemas.openxmlformats.org/officeDocument/2006/relationships/slide" Target="/ppt/slides/slide7.xml" Id="Rc239f9504ae24dfd" /><Relationship Type="http://schemas.openxmlformats.org/officeDocument/2006/relationships/slide" Target="/ppt/slides/slide8.xml" Id="Re6b6d79b5bf64c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baa21a75d147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832125793a4b17" /><Relationship Type="http://schemas.openxmlformats.org/officeDocument/2006/relationships/notesMaster" Target="/ppt/notesMasters/notesMaster1.xml" Id="R752e7519e85a4b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54762b82bb4d43" /><Relationship Type="http://schemas.openxmlformats.org/officeDocument/2006/relationships/notesMaster" Target="/ppt/notesMasters/notesMaster1.xml" Id="R00442ea9d9864e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1800705d004754" /><Relationship Type="http://schemas.openxmlformats.org/officeDocument/2006/relationships/notesMaster" Target="/ppt/notesMasters/notesMaster1.xml" Id="R558b221c19f1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5111bfd4a74601" /><Relationship Type="http://schemas.openxmlformats.org/officeDocument/2006/relationships/notesMaster" Target="/ppt/notesMasters/notesMaster1.xml" Id="R8e6d78465ace4b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0c7577042b4c6a" /><Relationship Type="http://schemas.openxmlformats.org/officeDocument/2006/relationships/notesMaster" Target="/ppt/notesMasters/notesMaster1.xml" Id="R9be016fa08f94c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3ac0341c37464b" /><Relationship Type="http://schemas.openxmlformats.org/officeDocument/2006/relationships/notesMaster" Target="/ppt/notesMasters/notesMaster1.xml" Id="R9b5343b63c694d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1673d2971c4322" /><Relationship Type="http://schemas.openxmlformats.org/officeDocument/2006/relationships/notesMaster" Target="/ppt/notesMasters/notesMaster1.xml" Id="Rc6927da6b8e942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89bad230af4a4b" /><Relationship Type="http://schemas.openxmlformats.org/officeDocument/2006/relationships/notesMaster" Target="/ppt/notesMasters/notesMaster1.xml" Id="R2a7fd84264f748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Smart Library Agent, a personal reading companion built for the Agentic AI and LLM subject. The idea is to let a reader speak naturally about their collection and reading habits, then have one AI agent decide which deterministic tools to use. The project combines a CSV book catalog, a local file index, and SQLite memory for reading state. It is deliberately smaller than a library management system: the focus is the agent workflow, tool calling, and useful personalization. Replace the editable identity fields on this slide with your name, department, college, and guide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Readers can own a large digital collection while still having trouble finding a particular book or choosing what to read next. A public-facing assistant can discuss well-known titles, but it usually does not know which files are in a person’s own folder or what they have already finished. Progress, ratings, and notes can also end up scattered across separate apps or memory. Our project addresses this by connecting the reader’s local file index with catalog metadata and a small persistent reading profile. The goal is not to replace every reading app. It is to make book discovery and personal reading context available through one natural-language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 Library presents the user with a chat interface. The agent receives the conversation and current book context, then the orchestrator sends the request to the configured language model with the registered tool definitions. When a tool is selected, the tool calls a service; the service reads or updates the catalog, SQLite, or the local file index. The results return to the model so it can produce a conversational answer. A request can involve more than one sequential tool call, but this remains one agent. The tools themselves are deterministic and do not call the language model. The interface shows safe execution events, not internal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calls the Smart Library Agent facade, not the database or services directly. The facade hands the conversation to the request orchestrator, which is implemented as a LangGraph StateGraph. The orchestrator invokes a provider router; OpenRouter is the default route, using LangChain’s OpenAI-compatible integration. Tool definitions are registered centrally and run through deterministic tools. Those tools call services, and the services use the SQLite data-access layer, CSV catalog loader, or filesystem scanner. This is one agent with an internal workflow graph. It is not a multi-agent design. The separation is useful both for reliability and for explaining which component owns each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1 includes catalog search, deterministic recommendations, similar-book suggestions, and series continuation when the catalog has the required metadata. The local scanner indexes PDF, EPUB, and MOBI file metadata. It hashes new or changed files and matches filenames to catalog entries where possible, but it does not extract text. Reading progress is manual: the user reports a page or percentage, or says they finished a book. The agent can also maintain favorites, ratings and reviews, notes, wishlist entries, tags, collections, bookmarks, and a reading journey. An important design choice is that an unmatched local file is still a personal library item and can still receive reader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is built with Streamlit and the application is written in Python. LangChain provides tool and message abstractions, while LangGraph provides the StateGraph orchestration workflow. The configured default language model provider is OpenRouter, accessed using the ChatOpenAI-compatible integration. Provider configuration is read from the environment file, so model credentials are not embedded in the application code. SQLite stores the reader profile, reading state, collections, and file index. The catalog starts from CSV and supports optional metadata columns. The project has automated tests with Pytest and uses Ruff and Pyright tooling for code quality checks. The scanner remains metadata-only.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demonstration, start by choosing one local folder from the sidebar. Ask the agent to scan the library. The scanner walks the folder for supported PDF, EPUB, and MOBI files, stores their metadata, and attempts deterministic catalog matching. The user can then ask a natural-language question about a title. The agent loads the existing index first and uses catalog metadata to enrich a local match. Finally, ask it to save a manual progress update or mark the title as a favorite. These actions are tied to the library item and persisted in SQLite. The repository does not include application screenshots, so this slide uses an editable flow diagram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 Library demonstrates a complete agentic workflow within a focused Version 1 scope. A reader can speak naturally, the single agent can choose from deterministic tools, and those tools can act on catalog data, a local file index, and persistent reader state. The local library is the source of truth for ownership and reader actions; catalog matching enriches an item but is optional. Future versions could explore OCR, semantic search, retrieval over book contents, multi-user accounts, cloud synchronization, or a mobile application. None of those are part of the current build. We kept them outside Version 1 so the core agent, tool calls, and clear data boundaries remain straightforward to demonstrate. Thank you; I’m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89e9b699954a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029f2b410f43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456f0090f74a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632065e3664f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edb47338e841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f85634397941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F27C1F-D114-4AF8-BA19-4CC9DD3646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AFCB00-0191-4594-89D2-9E0D5F6B4F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F6EA3A-52FE-4FED-A710-CC2283F009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D8F553-D9FE-4953-9093-A80FC95A20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152971-AFAD-47AE-8F3D-FEF5EF7918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29C9F6-951C-4927-8301-268A10F88F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10F618-6549-4CC0-AED6-65205469EC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6A2649-1293-42B6-BE2C-8A4E9813FB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F2B8C5-5C6E-49F6-9B4D-18D78E5F5F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5002F8-E70F-482D-AC65-246CC02C5C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1b1f0c822544c2" /><Relationship Type="http://schemas.openxmlformats.org/officeDocument/2006/relationships/slideLayout" Target="/ppt/slideLayouts/slideLayout1.xml" Id="Re41a6a239b124765" /><Relationship Type="http://schemas.openxmlformats.org/officeDocument/2006/relationships/slideLayout" Target="/ppt/slideLayouts/slideLayout2.xml" Id="Rbb434f7481484f14" /><Relationship Type="http://schemas.openxmlformats.org/officeDocument/2006/relationships/slideLayout" Target="/ppt/slideLayouts/slideLayout3.xml" Id="R17ebbb0fe89c4924" /><Relationship Type="http://schemas.openxmlformats.org/officeDocument/2006/relationships/slideLayout" Target="/ppt/slideLayouts/slideLayout4.xml" Id="R751476f66f004351" /><Relationship Type="http://schemas.openxmlformats.org/officeDocument/2006/relationships/slideLayout" Target="/ppt/slideLayouts/slideLayout5.xml" Id="R36eb9ab986ce4b5d" /><Relationship Type="http://schemas.openxmlformats.org/officeDocument/2006/relationships/slideLayout" Target="/ppt/slideLayouts/slideLayout6.xml" Id="Rc4fed122fead48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1a6a239b124765"/>
    <p:sldLayoutId xmlns:r="http://schemas.openxmlformats.org/officeDocument/2006/relationships" id="2147483650" r:id="Rbb434f7481484f14"/>
    <p:sldLayoutId xmlns:r="http://schemas.openxmlformats.org/officeDocument/2006/relationships" id="2147483651" r:id="R17ebbb0fe89c4924"/>
    <p:sldLayoutId xmlns:r="http://schemas.openxmlformats.org/officeDocument/2006/relationships" id="2147483652" r:id="R751476f66f004351"/>
    <p:sldLayoutId xmlns:r="http://schemas.openxmlformats.org/officeDocument/2006/relationships" id="2147483653" r:id="R36eb9ab986ce4b5d"/>
    <p:sldLayoutId xmlns:r="http://schemas.openxmlformats.org/officeDocument/2006/relationships" id="2147483654" r:id="Rc4fed122fead48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b8d307060d47f8" /><Relationship Type="http://schemas.openxmlformats.org/officeDocument/2006/relationships/notesSlide" Target="/ppt/notesSlides/notesSlide1.xml" Id="R9f15d2c8ae234c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0bc08581994a66" /><Relationship Type="http://schemas.openxmlformats.org/officeDocument/2006/relationships/notesSlide" Target="/ppt/notesSlides/notesSlide2.xml" Id="Rc3e0631e6dc14d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6a29c6a65c40a8" /><Relationship Type="http://schemas.openxmlformats.org/officeDocument/2006/relationships/notesSlide" Target="/ppt/notesSlides/notesSlide3.xml" Id="R692ca165690e46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c668b2a4b548ff" /><Relationship Type="http://schemas.openxmlformats.org/officeDocument/2006/relationships/notesSlide" Target="/ppt/notesSlides/notesSlide4.xml" Id="R11650dcd822d43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372a0728724531" /><Relationship Type="http://schemas.openxmlformats.org/officeDocument/2006/relationships/notesSlide" Target="/ppt/notesSlides/notesSlide5.xml" Id="Rbaf15c68d9c145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6e2d70b5c0745ca" /><Relationship Type="http://schemas.openxmlformats.org/officeDocument/2006/relationships/notesSlide" Target="/ppt/notesSlides/notesSlide6.xml" Id="R456b768978ab48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3d846f0ff245a5" /><Relationship Type="http://schemas.openxmlformats.org/officeDocument/2006/relationships/notesSlide" Target="/ppt/notesSlides/notesSlide7.xml" Id="R2b7fd9033f774a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4d6dba17bb4017" /><Relationship Type="http://schemas.openxmlformats.org/officeDocument/2006/relationships/notesSlide" Target="/ppt/notesSlides/notesSlide8.xml" Id="Rbf621b70ee374a86" /></Relationships>
</file>

<file path=ppt/slides/slide1.xml><?xml version="1.0" encoding="utf-8"?>
<p:sld xmlns:p="http://schemas.openxmlformats.org/presentationml/2006/main">
  <p:cSld>
    <p:bg>
      <p:bgPr>
        <a:solidFill xmlns:a="http://schemas.openxmlformats.org/drawingml/2006/main">
          <a:srgbClr val="0B1730"/>
        </a:solidFill>
      </p:bgPr>
    </p:bg>
    <p:spTree>
      <p:nvGrpSpPr>
        <p:cNvPr id="1" name=""/>
        <p:cNvGrpSpPr/>
        <p:nvPr/>
      </p:nvGrpSpPr>
      <p:grpSpPr>
        <a:xfrm xmlns:a="http://schemas.openxmlformats.org/drawingml/2006/main"/>
      </p:grpSpPr>
      <p:sp>
        <p:nvSpPr>
          <p:cNvPr id="28" name="cover-blue-panel">
            <a:extLst xmlns:a="http://schemas.openxmlformats.org/drawingml/2006/main">
              <a:ext uri="{FF2B5EF4-FFF2-40B4-BE49-F238E27FC236}">
                <a16:creationId xmlns:a16="http://schemas.microsoft.com/office/drawing/2014/main" id="{8B57FAB2-DB71-4C1E-92CF-ABDEAB1FF4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cover-glow">
            <a:extLst xmlns:a="http://schemas.openxmlformats.org/drawingml/2006/main">
              <a:ext uri="{FF2B5EF4-FFF2-40B4-BE49-F238E27FC236}">
                <a16:creationId xmlns:a16="http://schemas.microsoft.com/office/drawing/2014/main" id="{BC8BEF5F-1597-480F-A3AE-2555CCA5DD8F}"/>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solidFill xmlns:a="http://schemas.openxmlformats.org/drawingml/2006/main">
            <a:srgbClr val="10264A"/>
          </a:solidFill>
          <a:ln xmlns:a="http://schemas.openxmlformats.org/drawingml/2006/main" w="0">
            <a:noFill/>
            <a:prstDash val="solid"/>
          </a:ln>
        </p:spPr>
      </p:sp>
      <p:sp>
        <p:nvSpPr>
          <p:cNvPr id="3" name="cover-orbit-1">
            <a:extLst xmlns:a="http://schemas.openxmlformats.org/drawingml/2006/main">
              <a:ext uri="{FF2B5EF4-FFF2-40B4-BE49-F238E27FC236}">
                <a16:creationId xmlns:a16="http://schemas.microsoft.com/office/drawing/2014/main" id="{4BAAD673-9C3D-40C6-94D6-D203C5687204}"/>
              </a:ext>
            </a:extLst>
          </p:cNvPr>
          <p:cNvSpPr>
            <a:spLocks xmlns:a="http://schemas.openxmlformats.org/drawingml/2006/main" noGrp="1"/>
          </p:cNvSpPr>
          <p:nvPr/>
        </p:nvSpPr>
        <p:spPr>
          <a:xfrm xmlns:a="http://schemas.openxmlformats.org/drawingml/2006/main">
            <a:off x="8858250" y="971550"/>
            <a:ext cx="2457450" cy="2457450"/>
          </a:xfrm>
          <a:prstGeom xmlns:a="http://schemas.openxmlformats.org/drawingml/2006/main" prst="ellipse">
            <a:avLst/>
          </a:prstGeom>
          <a:noFill xmlns:a="http://schemas.openxmlformats.org/drawingml/2006/main"/>
          <a:ln xmlns:a="http://schemas.openxmlformats.org/drawingml/2006/main" w="19050">
            <a:solidFill>
              <a:srgbClr val="24466D"/>
            </a:solidFill>
            <a:prstDash val="solid"/>
          </a:ln>
        </p:spPr>
      </p:sp>
      <p:sp>
        <p:nvSpPr>
          <p:cNvPr id="4" name="cover-orbit-2">
            <a:extLst xmlns:a="http://schemas.openxmlformats.org/drawingml/2006/main">
              <a:ext uri="{FF2B5EF4-FFF2-40B4-BE49-F238E27FC236}">
                <a16:creationId xmlns:a16="http://schemas.microsoft.com/office/drawing/2014/main" id="{4171A526-23F4-4455-993C-80AAC26BE428}"/>
              </a:ext>
            </a:extLst>
          </p:cNvPr>
          <p:cNvSpPr>
            <a:spLocks xmlns:a="http://schemas.openxmlformats.org/drawingml/2006/main" noGrp="1"/>
          </p:cNvSpPr>
          <p:nvPr/>
        </p:nvSpPr>
        <p:spPr>
          <a:xfrm xmlns:a="http://schemas.openxmlformats.org/drawingml/2006/main">
            <a:off x="9277350" y="1390650"/>
            <a:ext cx="1619250" cy="1619250"/>
          </a:xfrm>
          <a:prstGeom xmlns:a="http://schemas.openxmlformats.org/drawingml/2006/main" prst="ellipse">
            <a:avLst/>
          </a:prstGeom>
          <a:noFill xmlns:a="http://schemas.openxmlformats.org/drawingml/2006/main"/>
          <a:ln xmlns:a="http://schemas.openxmlformats.org/drawingml/2006/main" w="19050">
            <a:solidFill>
              <a:srgbClr val="2A5682"/>
            </a:solidFill>
            <a:prstDash val="solid"/>
          </a:ln>
        </p:spPr>
      </p:sp>
      <p:sp>
        <p:nvSpPr>
          <p:cNvPr id="5" name="book-1">
            <a:extLst xmlns:a="http://schemas.openxmlformats.org/drawingml/2006/main">
              <a:ext uri="{FF2B5EF4-FFF2-40B4-BE49-F238E27FC236}">
                <a16:creationId xmlns:a16="http://schemas.microsoft.com/office/drawing/2014/main" id="{FCAE2A4B-E510-4D36-A08F-39C9DDA4D532}"/>
              </a:ext>
            </a:extLst>
          </p:cNvPr>
          <p:cNvSpPr>
            <a:spLocks xmlns:a="http://schemas.openxmlformats.org/drawingml/2006/main" noGrp="1"/>
          </p:cNvSpPr>
          <p:nvPr/>
        </p:nvSpPr>
        <p:spPr>
          <a:xfrm xmlns:a="http://schemas.openxmlformats.org/drawingml/2006/main">
            <a:off x="9172575" y="1962150"/>
            <a:ext cx="1847850" cy="2400300"/>
          </a:xfrm>
          <a:prstGeom xmlns:a="http://schemas.openxmlformats.org/drawingml/2006/main" prst="roundRect">
            <a:avLst>
              <a:gd name="adj" fmla="val 4124"/>
            </a:avLst>
          </a:prstGeom>
          <a:solidFill xmlns:a="http://schemas.openxmlformats.org/drawingml/2006/main">
            <a:srgbClr val="2563EB"/>
          </a:solidFill>
          <a:ln xmlns:a="http://schemas.openxmlformats.org/drawingml/2006/main" w="0">
            <a:noFill/>
            <a:prstDash val="solid"/>
          </a:ln>
        </p:spPr>
      </p:sp>
      <p:sp>
        <p:nvSpPr>
          <p:cNvPr id="6" name="book-2">
            <a:extLst xmlns:a="http://schemas.openxmlformats.org/drawingml/2006/main">
              <a:ext uri="{FF2B5EF4-FFF2-40B4-BE49-F238E27FC236}">
                <a16:creationId xmlns:a16="http://schemas.microsoft.com/office/drawing/2014/main" id="{2600C24D-DEB5-40B4-80AA-2CCA017B8C8C}"/>
              </a:ext>
            </a:extLst>
          </p:cNvPr>
          <p:cNvSpPr>
            <a:spLocks xmlns:a="http://schemas.openxmlformats.org/drawingml/2006/main" noGrp="1"/>
          </p:cNvSpPr>
          <p:nvPr/>
        </p:nvSpPr>
        <p:spPr>
          <a:xfrm xmlns:a="http://schemas.openxmlformats.org/drawingml/2006/main">
            <a:off x="9534525" y="1685925"/>
            <a:ext cx="1809750" cy="2400300"/>
          </a:xfrm>
          <a:prstGeom xmlns:a="http://schemas.openxmlformats.org/drawingml/2006/main" prst="roundRect">
            <a:avLst>
              <a:gd name="adj" fmla="val 4211"/>
            </a:avLst>
          </a:prstGeom>
          <a:solidFill xmlns:a="http://schemas.openxmlformats.org/drawingml/2006/main">
            <a:srgbClr val="55B8FF"/>
          </a:solidFill>
          <a:ln xmlns:a="http://schemas.openxmlformats.org/drawingml/2006/main" w="0">
            <a:noFill/>
            <a:prstDash val="solid"/>
          </a:ln>
        </p:spPr>
      </p:sp>
      <p:sp>
        <p:nvSpPr>
          <p:cNvPr id="7" name="book-3">
            <a:extLst xmlns:a="http://schemas.openxmlformats.org/drawingml/2006/main">
              <a:ext uri="{FF2B5EF4-FFF2-40B4-BE49-F238E27FC236}">
                <a16:creationId xmlns:a16="http://schemas.microsoft.com/office/drawing/2014/main" id="{F64F6ED8-2859-47BD-B543-48DA422E0FFC}"/>
              </a:ext>
            </a:extLst>
          </p:cNvPr>
          <p:cNvSpPr>
            <a:spLocks xmlns:a="http://schemas.openxmlformats.org/drawingml/2006/main" noGrp="1"/>
          </p:cNvSpPr>
          <p:nvPr/>
        </p:nvSpPr>
        <p:spPr>
          <a:xfrm xmlns:a="http://schemas.openxmlformats.org/drawingml/2006/main">
            <a:off x="9896475" y="2190750"/>
            <a:ext cx="1638300" cy="2171700"/>
          </a:xfrm>
          <a:prstGeom xmlns:a="http://schemas.openxmlformats.org/drawingml/2006/main" prst="roundRect">
            <a:avLst>
              <a:gd name="adj" fmla="val 4651"/>
            </a:avLst>
          </a:prstGeom>
          <a:solidFill xmlns:a="http://schemas.openxmlformats.org/drawingml/2006/main">
            <a:srgbClr val="3DD6C6"/>
          </a:solidFill>
          <a:ln xmlns:a="http://schemas.openxmlformats.org/drawingml/2006/main" w="0">
            <a:noFill/>
            <a:prstDash val="solid"/>
          </a:ln>
        </p:spPr>
      </p:sp>
      <p:sp>
        <p:nvSpPr>
          <p:cNvPr id="8" name="book-line-1">
            <a:extLst xmlns:a="http://schemas.openxmlformats.org/drawingml/2006/main">
              <a:ext uri="{FF2B5EF4-FFF2-40B4-BE49-F238E27FC236}">
                <a16:creationId xmlns:a16="http://schemas.microsoft.com/office/drawing/2014/main" id="{07834169-07BD-4FE3-85E0-D66D9709F7B8}"/>
              </a:ext>
            </a:extLst>
          </p:cNvPr>
          <p:cNvSpPr>
            <a:spLocks xmlns:a="http://schemas.openxmlformats.org/drawingml/2006/main" noGrp="1"/>
          </p:cNvSpPr>
          <p:nvPr/>
        </p:nvSpPr>
        <p:spPr>
          <a:xfrm xmlns:a="http://schemas.openxmlformats.org/drawingml/2006/main">
            <a:off x="10067925" y="2590800"/>
            <a:ext cx="1123950" cy="47625"/>
          </a:xfrm>
          <a:prstGeom xmlns:a="http://schemas.openxmlformats.org/drawingml/2006/main" prst="roundRect">
            <a:avLst>
              <a:gd name="adj" fmla="val 50000"/>
            </a:avLst>
          </a:prstGeom>
          <a:solidFill xmlns:a="http://schemas.openxmlformats.org/drawingml/2006/main">
            <a:srgbClr val="B9F5EF"/>
          </a:solidFill>
          <a:ln xmlns:a="http://schemas.openxmlformats.org/drawingml/2006/main" w="0">
            <a:noFill/>
            <a:prstDash val="solid"/>
          </a:ln>
        </p:spPr>
      </p:sp>
      <p:sp>
        <p:nvSpPr>
          <p:cNvPr id="9" name="book-line-2">
            <a:extLst xmlns:a="http://schemas.openxmlformats.org/drawingml/2006/main">
              <a:ext uri="{FF2B5EF4-FFF2-40B4-BE49-F238E27FC236}">
                <a16:creationId xmlns:a16="http://schemas.microsoft.com/office/drawing/2014/main" id="{BF8C4E51-4474-4957-B5B6-EB3A075AF5DF}"/>
              </a:ext>
            </a:extLst>
          </p:cNvPr>
          <p:cNvSpPr>
            <a:spLocks xmlns:a="http://schemas.openxmlformats.org/drawingml/2006/main" noGrp="1"/>
          </p:cNvSpPr>
          <p:nvPr/>
        </p:nvSpPr>
        <p:spPr>
          <a:xfrm xmlns:a="http://schemas.openxmlformats.org/drawingml/2006/main">
            <a:off x="10067925" y="2781300"/>
            <a:ext cx="971550" cy="38100"/>
          </a:xfrm>
          <a:prstGeom xmlns:a="http://schemas.openxmlformats.org/drawingml/2006/main" prst="roundRect">
            <a:avLst>
              <a:gd name="adj" fmla="val 50000"/>
            </a:avLst>
          </a:prstGeom>
          <a:solidFill xmlns:a="http://schemas.openxmlformats.org/drawingml/2006/main">
            <a:srgbClr val="B9F5EF"/>
          </a:solidFill>
          <a:ln xmlns:a="http://schemas.openxmlformats.org/drawingml/2006/main" w="0">
            <a:noFill/>
            <a:prstDash val="solid"/>
          </a:ln>
        </p:spPr>
      </p:sp>
      <p:sp>
        <p:nvSpPr>
          <p:cNvPr id="10" name="book-line-3">
            <a:extLst xmlns:a="http://schemas.openxmlformats.org/drawingml/2006/main">
              <a:ext uri="{FF2B5EF4-FFF2-40B4-BE49-F238E27FC236}">
                <a16:creationId xmlns:a16="http://schemas.microsoft.com/office/drawing/2014/main" id="{A7F38DB8-B605-411C-AB4A-4C63927F0965}"/>
              </a:ext>
            </a:extLst>
          </p:cNvPr>
          <p:cNvSpPr>
            <a:spLocks xmlns:a="http://schemas.openxmlformats.org/drawingml/2006/main" noGrp="1"/>
          </p:cNvSpPr>
          <p:nvPr/>
        </p:nvSpPr>
        <p:spPr>
          <a:xfrm xmlns:a="http://schemas.openxmlformats.org/drawingml/2006/main">
            <a:off x="10067925" y="2971800"/>
            <a:ext cx="1066800" cy="38100"/>
          </a:xfrm>
          <a:prstGeom xmlns:a="http://schemas.openxmlformats.org/drawingml/2006/main" prst="roundRect">
            <a:avLst>
              <a:gd name="adj" fmla="val 50000"/>
            </a:avLst>
          </a:prstGeom>
          <a:solidFill xmlns:a="http://schemas.openxmlformats.org/drawingml/2006/main">
            <a:srgbClr val="B9F5EF"/>
          </a:solidFill>
          <a:ln xmlns:a="http://schemas.openxmlformats.org/drawingml/2006/main" w="0">
            <a:noFill/>
            <a:prstDash val="solid"/>
          </a:ln>
        </p:spPr>
      </p:sp>
      <p:sp>
        <p:nvSpPr>
          <p:cNvPr id="11" name="pill-AGENTIC AI PROJECT">
            <a:extLst xmlns:a="http://schemas.openxmlformats.org/drawingml/2006/main">
              <a:ext uri="{FF2B5EF4-FFF2-40B4-BE49-F238E27FC236}">
                <a16:creationId xmlns:a16="http://schemas.microsoft.com/office/drawing/2014/main" id="{A0D0BF32-AB45-4908-B479-CFDCF3BCACA2}"/>
              </a:ext>
            </a:extLst>
          </p:cNvPr>
          <p:cNvSpPr>
            <a:spLocks xmlns:a="http://schemas.openxmlformats.org/drawingml/2006/main" noGrp="1"/>
          </p:cNvSpPr>
          <p:nvPr/>
        </p:nvSpPr>
        <p:spPr>
          <a:xfrm xmlns:a="http://schemas.openxmlformats.org/drawingml/2006/main">
            <a:off x="619125" y="590550"/>
            <a:ext cx="1885950" cy="285750"/>
          </a:xfrm>
          <a:prstGeom xmlns:a="http://schemas.openxmlformats.org/drawingml/2006/main" prst="roundRect">
            <a:avLst>
              <a:gd name="adj" fmla="val 26667"/>
            </a:avLst>
          </a:prstGeom>
          <a:solidFill xmlns:a="http://schemas.openxmlformats.org/drawingml/2006/main">
            <a:srgbClr val="17335A"/>
          </a:solidFill>
          <a:ln xmlns:a="http://schemas.openxmlformats.org/drawingml/2006/main" w="0">
            <a:noFill/>
            <a:prstDash val="solid"/>
          </a:ln>
        </p:spPr>
      </p:sp>
      <p:sp>
        <p:nvSpPr>
          <p:cNvPr id="12" name="pill-text-AGENTIC AI PROJECT">
            <a:extLst xmlns:a="http://schemas.openxmlformats.org/drawingml/2006/main">
              <a:ext uri="{FF2B5EF4-FFF2-40B4-BE49-F238E27FC236}">
                <a16:creationId xmlns:a16="http://schemas.microsoft.com/office/drawing/2014/main" id="{ABD17E59-1BD1-49B8-A035-8DC86BCD5E19}"/>
              </a:ext>
            </a:extLst>
          </p:cNvPr>
          <p:cNvSpPr>
            <a:spLocks xmlns:a="http://schemas.openxmlformats.org/drawingml/2006/main" noGrp="1"/>
          </p:cNvSpPr>
          <p:nvPr/>
        </p:nvSpPr>
        <p:spPr>
          <a:xfrm xmlns:a="http://schemas.openxmlformats.org/drawingml/2006/main">
            <a:off x="695325" y="638175"/>
            <a:ext cx="1733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8CCFFF"/>
                </a:solidFill>
                <a:latin typeface="Arial"/>
                <a:ea typeface="Arial"/>
                <a:cs typeface="Arial"/>
              </a:defRPr>
            </a:defPPr>
            <a:lvl1pPr algn="ctr">
              <a:defRPr sz="975" b="1">
                <a:solidFill>
                  <a:srgbClr val="8CCFFF"/>
                </a:solidFill>
                <a:latin typeface="Arial"/>
                <a:ea typeface="Arial"/>
                <a:cs typeface="Arial"/>
              </a:defRPr>
            </a:lvl1pPr>
            <a:lvl2pPr algn="ctr">
              <a:defRPr sz="975" b="1">
                <a:solidFill>
                  <a:srgbClr val="8CCFFF"/>
                </a:solidFill>
                <a:latin typeface="Arial"/>
                <a:ea typeface="Arial"/>
                <a:cs typeface="Arial"/>
              </a:defRPr>
            </a:lvl2pPr>
            <a:lvl3pPr algn="ctr">
              <a:defRPr sz="975" b="1">
                <a:solidFill>
                  <a:srgbClr val="8CCFFF"/>
                </a:solidFill>
                <a:latin typeface="Arial"/>
                <a:ea typeface="Arial"/>
                <a:cs typeface="Arial"/>
              </a:defRPr>
            </a:lvl3pPr>
            <a:lvl4pPr algn="ctr">
              <a:defRPr sz="975" b="1">
                <a:solidFill>
                  <a:srgbClr val="8CCFFF"/>
                </a:solidFill>
                <a:latin typeface="Arial"/>
                <a:ea typeface="Arial"/>
                <a:cs typeface="Arial"/>
              </a:defRPr>
            </a:lvl4pPr>
            <a:lvl5pPr algn="ctr">
              <a:defRPr sz="975" b="1">
                <a:solidFill>
                  <a:srgbClr val="8CCFFF"/>
                </a:solidFill>
                <a:latin typeface="Arial"/>
                <a:ea typeface="Arial"/>
                <a:cs typeface="Arial"/>
              </a:defRPr>
            </a:lvl5pPr>
            <a:lvl6pPr algn="ctr">
              <a:defRPr sz="975" b="1">
                <a:solidFill>
                  <a:srgbClr val="8CCFFF"/>
                </a:solidFill>
                <a:latin typeface="Arial"/>
                <a:ea typeface="Arial"/>
                <a:cs typeface="Arial"/>
              </a:defRPr>
            </a:lvl6pPr>
            <a:lvl7pPr algn="ctr">
              <a:defRPr sz="975" b="1">
                <a:solidFill>
                  <a:srgbClr val="8CCFFF"/>
                </a:solidFill>
                <a:latin typeface="Arial"/>
                <a:ea typeface="Arial"/>
                <a:cs typeface="Arial"/>
              </a:defRPr>
            </a:lvl7pPr>
            <a:lvl8pPr algn="ctr">
              <a:defRPr sz="975" b="1">
                <a:solidFill>
                  <a:srgbClr val="8CCFFF"/>
                </a:solidFill>
                <a:latin typeface="Arial"/>
                <a:ea typeface="Arial"/>
                <a:cs typeface="Arial"/>
              </a:defRPr>
            </a:lvl8pPr>
            <a:lvl9pPr algn="ctr">
              <a:defRPr sz="975" b="1">
                <a:solidFill>
                  <a:srgbClr val="8CCFFF"/>
                </a:solidFill>
                <a:latin typeface="Arial"/>
                <a:ea typeface="Arial"/>
                <a:cs typeface="Arial"/>
              </a:defRPr>
            </a:lvl9pPr>
          </a:lstStyle>
          <a:p xmlns:a="http://schemas.openxmlformats.org/drawingml/2006/main">
            <a:pPr algn="ctr">
              <a:defRPr sz="975" b="1">
                <a:solidFill>
                  <a:srgbClr val="8CCFFF"/>
                </a:solidFill>
                <a:latin typeface="Arial"/>
                <a:ea typeface="Arial"/>
                <a:cs typeface="Arial"/>
              </a:defRPr>
            </a:pPr>
            <a:r>
              <a:rPr sz="975" b="1">
                <a:solidFill>
                  <a:srgbClr val="8CCFFF"/>
                </a:solidFill>
                <a:latin typeface="Arial"/>
                <a:ea typeface="Arial"/>
                <a:cs typeface="Arial"/>
              </a:rPr>
              <a:t>AGENTIC AI PROJECT</a:t>
            </a:r>
          </a:p>
        </p:txBody>
      </p:sp>
      <p:sp>
        <p:nvSpPr>
          <p:cNvPr id="13" name="cover-title">
            <a:extLst xmlns:a="http://schemas.openxmlformats.org/drawingml/2006/main">
              <a:ext uri="{FF2B5EF4-FFF2-40B4-BE49-F238E27FC236}">
                <a16:creationId xmlns:a16="http://schemas.microsoft.com/office/drawing/2014/main" id="{4C4E8162-07B7-4A93-8354-912E911AC207}"/>
              </a:ext>
            </a:extLst>
          </p:cNvPr>
          <p:cNvSpPr>
            <a:spLocks xmlns:a="http://schemas.openxmlformats.org/drawingml/2006/main" noGrp="1"/>
          </p:cNvSpPr>
          <p:nvPr/>
        </p:nvSpPr>
        <p:spPr>
          <a:xfrm xmlns:a="http://schemas.openxmlformats.org/drawingml/2006/main">
            <a:off x="619125" y="1266825"/>
            <a:ext cx="7810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Smart Library</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Agent</a:t>
            </a:r>
          </a:p>
        </p:txBody>
      </p:sp>
      <p:sp>
        <p:nvSpPr>
          <p:cNvPr id="14" name="cover-tagline">
            <a:extLst xmlns:a="http://schemas.openxmlformats.org/drawingml/2006/main">
              <a:ext uri="{FF2B5EF4-FFF2-40B4-BE49-F238E27FC236}">
                <a16:creationId xmlns:a16="http://schemas.microsoft.com/office/drawing/2014/main" id="{F9FA661A-1AC8-40C4-9BAC-7A1FEC5DFE19}"/>
              </a:ext>
            </a:extLst>
          </p:cNvPr>
          <p:cNvSpPr>
            <a:spLocks xmlns:a="http://schemas.openxmlformats.org/drawingml/2006/main" noGrp="1"/>
          </p:cNvSpPr>
          <p:nvPr/>
        </p:nvSpPr>
        <p:spPr>
          <a:xfrm xmlns:a="http://schemas.openxmlformats.org/drawingml/2006/main">
            <a:off x="647700" y="280035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A8D9FF"/>
                </a:solidFill>
                <a:latin typeface="Arial"/>
                <a:ea typeface="Arial"/>
                <a:cs typeface="Arial"/>
              </a:defRPr>
            </a:defPPr>
            <a:lvl1pPr algn="l">
              <a:defRPr sz="1950" b="0">
                <a:solidFill>
                  <a:srgbClr val="A8D9FF"/>
                </a:solidFill>
                <a:latin typeface="Arial"/>
                <a:ea typeface="Arial"/>
                <a:cs typeface="Arial"/>
              </a:defRPr>
            </a:lvl1pPr>
            <a:lvl2pPr algn="l">
              <a:defRPr sz="1950" b="0">
                <a:solidFill>
                  <a:srgbClr val="A8D9FF"/>
                </a:solidFill>
                <a:latin typeface="Arial"/>
                <a:ea typeface="Arial"/>
                <a:cs typeface="Arial"/>
              </a:defRPr>
            </a:lvl2pPr>
            <a:lvl3pPr algn="l">
              <a:defRPr sz="1950" b="0">
                <a:solidFill>
                  <a:srgbClr val="A8D9FF"/>
                </a:solidFill>
                <a:latin typeface="Arial"/>
                <a:ea typeface="Arial"/>
                <a:cs typeface="Arial"/>
              </a:defRPr>
            </a:lvl3pPr>
            <a:lvl4pPr algn="l">
              <a:defRPr sz="1950" b="0">
                <a:solidFill>
                  <a:srgbClr val="A8D9FF"/>
                </a:solidFill>
                <a:latin typeface="Arial"/>
                <a:ea typeface="Arial"/>
                <a:cs typeface="Arial"/>
              </a:defRPr>
            </a:lvl4pPr>
            <a:lvl5pPr algn="l">
              <a:defRPr sz="1950" b="0">
                <a:solidFill>
                  <a:srgbClr val="A8D9FF"/>
                </a:solidFill>
                <a:latin typeface="Arial"/>
                <a:ea typeface="Arial"/>
                <a:cs typeface="Arial"/>
              </a:defRPr>
            </a:lvl5pPr>
            <a:lvl6pPr algn="l">
              <a:defRPr sz="1950" b="0">
                <a:solidFill>
                  <a:srgbClr val="A8D9FF"/>
                </a:solidFill>
                <a:latin typeface="Arial"/>
                <a:ea typeface="Arial"/>
                <a:cs typeface="Arial"/>
              </a:defRPr>
            </a:lvl6pPr>
            <a:lvl7pPr algn="l">
              <a:defRPr sz="1950" b="0">
                <a:solidFill>
                  <a:srgbClr val="A8D9FF"/>
                </a:solidFill>
                <a:latin typeface="Arial"/>
                <a:ea typeface="Arial"/>
                <a:cs typeface="Arial"/>
              </a:defRPr>
            </a:lvl7pPr>
            <a:lvl8pPr algn="l">
              <a:defRPr sz="1950" b="0">
                <a:solidFill>
                  <a:srgbClr val="A8D9FF"/>
                </a:solidFill>
                <a:latin typeface="Arial"/>
                <a:ea typeface="Arial"/>
                <a:cs typeface="Arial"/>
              </a:defRPr>
            </a:lvl8pPr>
            <a:lvl9pPr algn="l">
              <a:defRPr sz="1950" b="0">
                <a:solidFill>
                  <a:srgbClr val="A8D9FF"/>
                </a:solidFill>
                <a:latin typeface="Arial"/>
                <a:ea typeface="Arial"/>
                <a:cs typeface="Arial"/>
              </a:defRPr>
            </a:lvl9pPr>
          </a:lstStyle>
          <a:p xmlns:a="http://schemas.openxmlformats.org/drawingml/2006/main">
            <a:pPr algn="l">
              <a:defRPr sz="1950" b="0">
                <a:solidFill>
                  <a:srgbClr val="A8D9FF"/>
                </a:solidFill>
                <a:latin typeface="Arial"/>
                <a:ea typeface="Arial"/>
                <a:cs typeface="Arial"/>
              </a:defRPr>
            </a:pPr>
            <a:r>
              <a:rPr sz="1950" b="0">
                <a:solidFill>
                  <a:srgbClr val="A8D9FF"/>
                </a:solidFill>
                <a:latin typeface="Arial"/>
                <a:ea typeface="Arial"/>
                <a:cs typeface="Arial"/>
              </a:rPr>
              <a:t>Your Personal AI Reading Companion</a:t>
            </a:r>
          </a:p>
        </p:txBody>
      </p:sp>
      <p:sp>
        <p:nvSpPr>
          <p:cNvPr id="15" name="cover-subtitle">
            <a:extLst xmlns:a="http://schemas.openxmlformats.org/drawingml/2006/main">
              <a:ext uri="{FF2B5EF4-FFF2-40B4-BE49-F238E27FC236}">
                <a16:creationId xmlns:a16="http://schemas.microsoft.com/office/drawing/2014/main" id="{E01FBBC4-EA21-476A-9794-849BD03649EE}"/>
              </a:ext>
            </a:extLst>
          </p:cNvPr>
          <p:cNvSpPr>
            <a:spLocks xmlns:a="http://schemas.openxmlformats.org/drawingml/2006/main" noGrp="1"/>
          </p:cNvSpPr>
          <p:nvPr/>
        </p:nvSpPr>
        <p:spPr>
          <a:xfrm xmlns:a="http://schemas.openxmlformats.org/drawingml/2006/main">
            <a:off x="647700" y="331470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5E6F7"/>
                </a:solidFill>
                <a:latin typeface="Arial"/>
                <a:ea typeface="Arial"/>
                <a:cs typeface="Arial"/>
              </a:defRPr>
            </a:defPPr>
            <a:lvl1pPr algn="l">
              <a:defRPr sz="1425" b="0">
                <a:solidFill>
                  <a:srgbClr val="D5E6F7"/>
                </a:solidFill>
                <a:latin typeface="Arial"/>
                <a:ea typeface="Arial"/>
                <a:cs typeface="Arial"/>
              </a:defRPr>
            </a:lvl1pPr>
            <a:lvl2pPr algn="l">
              <a:defRPr sz="1425" b="0">
                <a:solidFill>
                  <a:srgbClr val="D5E6F7"/>
                </a:solidFill>
                <a:latin typeface="Arial"/>
                <a:ea typeface="Arial"/>
                <a:cs typeface="Arial"/>
              </a:defRPr>
            </a:lvl2pPr>
            <a:lvl3pPr algn="l">
              <a:defRPr sz="1425" b="0">
                <a:solidFill>
                  <a:srgbClr val="D5E6F7"/>
                </a:solidFill>
                <a:latin typeface="Arial"/>
                <a:ea typeface="Arial"/>
                <a:cs typeface="Arial"/>
              </a:defRPr>
            </a:lvl3pPr>
            <a:lvl4pPr algn="l">
              <a:defRPr sz="1425" b="0">
                <a:solidFill>
                  <a:srgbClr val="D5E6F7"/>
                </a:solidFill>
                <a:latin typeface="Arial"/>
                <a:ea typeface="Arial"/>
                <a:cs typeface="Arial"/>
              </a:defRPr>
            </a:lvl4pPr>
            <a:lvl5pPr algn="l">
              <a:defRPr sz="1425" b="0">
                <a:solidFill>
                  <a:srgbClr val="D5E6F7"/>
                </a:solidFill>
                <a:latin typeface="Arial"/>
                <a:ea typeface="Arial"/>
                <a:cs typeface="Arial"/>
              </a:defRPr>
            </a:lvl5pPr>
            <a:lvl6pPr algn="l">
              <a:defRPr sz="1425" b="0">
                <a:solidFill>
                  <a:srgbClr val="D5E6F7"/>
                </a:solidFill>
                <a:latin typeface="Arial"/>
                <a:ea typeface="Arial"/>
                <a:cs typeface="Arial"/>
              </a:defRPr>
            </a:lvl6pPr>
            <a:lvl7pPr algn="l">
              <a:defRPr sz="1425" b="0">
                <a:solidFill>
                  <a:srgbClr val="D5E6F7"/>
                </a:solidFill>
                <a:latin typeface="Arial"/>
                <a:ea typeface="Arial"/>
                <a:cs typeface="Arial"/>
              </a:defRPr>
            </a:lvl7pPr>
            <a:lvl8pPr algn="l">
              <a:defRPr sz="1425" b="0">
                <a:solidFill>
                  <a:srgbClr val="D5E6F7"/>
                </a:solidFill>
                <a:latin typeface="Arial"/>
                <a:ea typeface="Arial"/>
                <a:cs typeface="Arial"/>
              </a:defRPr>
            </a:lvl8pPr>
            <a:lvl9pPr algn="l">
              <a:defRPr sz="1425" b="0">
                <a:solidFill>
                  <a:srgbClr val="D5E6F7"/>
                </a:solidFill>
                <a:latin typeface="Arial"/>
                <a:ea typeface="Arial"/>
                <a:cs typeface="Arial"/>
              </a:defRPr>
            </a:lvl9pPr>
          </a:lstStyle>
          <a:p xmlns:a="http://schemas.openxmlformats.org/drawingml/2006/main">
            <a:pPr algn="l">
              <a:defRPr sz="1425" b="0">
                <a:solidFill>
                  <a:srgbClr val="D5E6F7"/>
                </a:solidFill>
                <a:latin typeface="Arial"/>
                <a:ea typeface="Arial"/>
                <a:cs typeface="Arial"/>
              </a:defRPr>
            </a:pPr>
            <a:r>
              <a:rPr sz="1425" b="0">
                <a:solidFill>
                  <a:srgbClr val="D5E6F7"/>
                </a:solidFill>
                <a:latin typeface="Arial"/>
                <a:ea typeface="Arial"/>
                <a:cs typeface="Arial"/>
              </a:rPr>
              <a:t>An Agentic AI Library Assistant using LLMs, Tool Calling, and Local Library Integration</a:t>
            </a:r>
          </a:p>
        </p:txBody>
      </p:sp>
      <p:sp>
        <p:nvSpPr>
          <p:cNvPr id="16" name="cover-divider">
            <a:extLst xmlns:a="http://schemas.openxmlformats.org/drawingml/2006/main">
              <a:ext uri="{FF2B5EF4-FFF2-40B4-BE49-F238E27FC236}">
                <a16:creationId xmlns:a16="http://schemas.microsoft.com/office/drawing/2014/main" id="{AF802C0F-F34E-41DC-B137-4ADB1BDE2EEB}"/>
              </a:ext>
            </a:extLst>
          </p:cNvPr>
          <p:cNvSpPr>
            <a:spLocks xmlns:a="http://schemas.openxmlformats.org/drawingml/2006/main" noGrp="1"/>
          </p:cNvSpPr>
          <p:nvPr/>
        </p:nvSpPr>
        <p:spPr>
          <a:xfrm xmlns:a="http://schemas.openxmlformats.org/drawingml/2006/main">
            <a:off x="647700" y="4152900"/>
            <a:ext cx="6553200" cy="9525"/>
          </a:xfrm>
          <a:prstGeom xmlns:a="http://schemas.openxmlformats.org/drawingml/2006/main" prst="rect">
            <a:avLst/>
          </a:prstGeom>
          <a:solidFill xmlns:a="http://schemas.openxmlformats.org/drawingml/2006/main">
            <a:srgbClr val="33506F"/>
          </a:solidFill>
          <a:ln xmlns:a="http://schemas.openxmlformats.org/drawingml/2006/main" w="0">
            <a:noFill/>
            <a:prstDash val="solid"/>
          </a:ln>
        </p:spPr>
      </p:sp>
      <p:sp>
        <p:nvSpPr>
          <p:cNvPr id="17" name="cover-label-0">
            <a:extLst xmlns:a="http://schemas.openxmlformats.org/drawingml/2006/main">
              <a:ext uri="{FF2B5EF4-FFF2-40B4-BE49-F238E27FC236}">
                <a16:creationId xmlns:a16="http://schemas.microsoft.com/office/drawing/2014/main" id="{6C6F862B-0035-45C3-AC78-611555E3E18C}"/>
              </a:ext>
            </a:extLst>
          </p:cNvPr>
          <p:cNvSpPr>
            <a:spLocks xmlns:a="http://schemas.openxmlformats.org/drawingml/2006/main" noGrp="1"/>
          </p:cNvSpPr>
          <p:nvPr/>
        </p:nvSpPr>
        <p:spPr>
          <a:xfrm xmlns:a="http://schemas.openxmlformats.org/drawingml/2006/main">
            <a:off x="647700" y="4429125"/>
            <a:ext cx="1190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8CA6C2"/>
                </a:solidFill>
                <a:latin typeface="Arial"/>
                <a:ea typeface="Arial"/>
                <a:cs typeface="Arial"/>
              </a:defRPr>
            </a:defPPr>
            <a:lvl1pPr algn="l">
              <a:defRPr sz="750" b="1">
                <a:solidFill>
                  <a:srgbClr val="8CA6C2"/>
                </a:solidFill>
                <a:latin typeface="Arial"/>
                <a:ea typeface="Arial"/>
                <a:cs typeface="Arial"/>
              </a:defRPr>
            </a:lvl1pPr>
            <a:lvl2pPr algn="l">
              <a:defRPr sz="750" b="1">
                <a:solidFill>
                  <a:srgbClr val="8CA6C2"/>
                </a:solidFill>
                <a:latin typeface="Arial"/>
                <a:ea typeface="Arial"/>
                <a:cs typeface="Arial"/>
              </a:defRPr>
            </a:lvl2pPr>
            <a:lvl3pPr algn="l">
              <a:defRPr sz="750" b="1">
                <a:solidFill>
                  <a:srgbClr val="8CA6C2"/>
                </a:solidFill>
                <a:latin typeface="Arial"/>
                <a:ea typeface="Arial"/>
                <a:cs typeface="Arial"/>
              </a:defRPr>
            </a:lvl3pPr>
            <a:lvl4pPr algn="l">
              <a:defRPr sz="750" b="1">
                <a:solidFill>
                  <a:srgbClr val="8CA6C2"/>
                </a:solidFill>
                <a:latin typeface="Arial"/>
                <a:ea typeface="Arial"/>
                <a:cs typeface="Arial"/>
              </a:defRPr>
            </a:lvl4pPr>
            <a:lvl5pPr algn="l">
              <a:defRPr sz="750" b="1">
                <a:solidFill>
                  <a:srgbClr val="8CA6C2"/>
                </a:solidFill>
                <a:latin typeface="Arial"/>
                <a:ea typeface="Arial"/>
                <a:cs typeface="Arial"/>
              </a:defRPr>
            </a:lvl5pPr>
            <a:lvl6pPr algn="l">
              <a:defRPr sz="750" b="1">
                <a:solidFill>
                  <a:srgbClr val="8CA6C2"/>
                </a:solidFill>
                <a:latin typeface="Arial"/>
                <a:ea typeface="Arial"/>
                <a:cs typeface="Arial"/>
              </a:defRPr>
            </a:lvl6pPr>
            <a:lvl7pPr algn="l">
              <a:defRPr sz="750" b="1">
                <a:solidFill>
                  <a:srgbClr val="8CA6C2"/>
                </a:solidFill>
                <a:latin typeface="Arial"/>
                <a:ea typeface="Arial"/>
                <a:cs typeface="Arial"/>
              </a:defRPr>
            </a:lvl7pPr>
            <a:lvl8pPr algn="l">
              <a:defRPr sz="750" b="1">
                <a:solidFill>
                  <a:srgbClr val="8CA6C2"/>
                </a:solidFill>
                <a:latin typeface="Arial"/>
                <a:ea typeface="Arial"/>
                <a:cs typeface="Arial"/>
              </a:defRPr>
            </a:lvl8pPr>
            <a:lvl9pPr algn="l">
              <a:defRPr sz="750" b="1">
                <a:solidFill>
                  <a:srgbClr val="8CA6C2"/>
                </a:solidFill>
                <a:latin typeface="Arial"/>
                <a:ea typeface="Arial"/>
                <a:cs typeface="Arial"/>
              </a:defRPr>
            </a:lvl9pPr>
          </a:lstStyle>
          <a:p xmlns:a="http://schemas.openxmlformats.org/drawingml/2006/main">
            <a:pPr algn="l">
              <a:defRPr sz="750" b="1">
                <a:solidFill>
                  <a:srgbClr val="8CA6C2"/>
                </a:solidFill>
                <a:latin typeface="Arial"/>
                <a:ea typeface="Arial"/>
                <a:cs typeface="Arial"/>
              </a:defRPr>
            </a:pPr>
            <a:r>
              <a:rPr sz="750" b="1">
                <a:solidFill>
                  <a:srgbClr val="8CA6C2"/>
                </a:solidFill>
                <a:latin typeface="Arial"/>
                <a:ea typeface="Arial"/>
                <a:cs typeface="Arial"/>
              </a:rPr>
              <a:t>STUDENT NAME</a:t>
            </a:r>
          </a:p>
        </p:txBody>
      </p:sp>
      <p:sp>
        <p:nvSpPr>
          <p:cNvPr id="18" name="cover-value-0">
            <a:extLst xmlns:a="http://schemas.openxmlformats.org/drawingml/2006/main">
              <a:ext uri="{FF2B5EF4-FFF2-40B4-BE49-F238E27FC236}">
                <a16:creationId xmlns:a16="http://schemas.microsoft.com/office/drawing/2014/main" id="{24A6ED09-B103-4561-BAD7-3298FD10E9BD}"/>
              </a:ext>
            </a:extLst>
          </p:cNvPr>
          <p:cNvSpPr>
            <a:spLocks xmlns:a="http://schemas.openxmlformats.org/drawingml/2006/main" noGrp="1"/>
          </p:cNvSpPr>
          <p:nvPr/>
        </p:nvSpPr>
        <p:spPr>
          <a:xfrm xmlns:a="http://schemas.openxmlformats.org/drawingml/2006/main">
            <a:off x="1866900" y="4410075"/>
            <a:ext cx="2000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[Your name]</a:t>
            </a:r>
          </a:p>
        </p:txBody>
      </p:sp>
      <p:sp>
        <p:nvSpPr>
          <p:cNvPr id="19" name="cover-label-1">
            <a:extLst xmlns:a="http://schemas.openxmlformats.org/drawingml/2006/main">
              <a:ext uri="{FF2B5EF4-FFF2-40B4-BE49-F238E27FC236}">
                <a16:creationId xmlns:a16="http://schemas.microsoft.com/office/drawing/2014/main" id="{E6CB3121-8435-468C-BB53-361D36A9992D}"/>
              </a:ext>
            </a:extLst>
          </p:cNvPr>
          <p:cNvSpPr>
            <a:spLocks xmlns:a="http://schemas.openxmlformats.org/drawingml/2006/main" noGrp="1"/>
          </p:cNvSpPr>
          <p:nvPr/>
        </p:nvSpPr>
        <p:spPr>
          <a:xfrm xmlns:a="http://schemas.openxmlformats.org/drawingml/2006/main">
            <a:off x="647700" y="4781550"/>
            <a:ext cx="1190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8CA6C2"/>
                </a:solidFill>
                <a:latin typeface="Arial"/>
                <a:ea typeface="Arial"/>
                <a:cs typeface="Arial"/>
              </a:defRPr>
            </a:defPPr>
            <a:lvl1pPr algn="l">
              <a:defRPr sz="750" b="1">
                <a:solidFill>
                  <a:srgbClr val="8CA6C2"/>
                </a:solidFill>
                <a:latin typeface="Arial"/>
                <a:ea typeface="Arial"/>
                <a:cs typeface="Arial"/>
              </a:defRPr>
            </a:lvl1pPr>
            <a:lvl2pPr algn="l">
              <a:defRPr sz="750" b="1">
                <a:solidFill>
                  <a:srgbClr val="8CA6C2"/>
                </a:solidFill>
                <a:latin typeface="Arial"/>
                <a:ea typeface="Arial"/>
                <a:cs typeface="Arial"/>
              </a:defRPr>
            </a:lvl2pPr>
            <a:lvl3pPr algn="l">
              <a:defRPr sz="750" b="1">
                <a:solidFill>
                  <a:srgbClr val="8CA6C2"/>
                </a:solidFill>
                <a:latin typeface="Arial"/>
                <a:ea typeface="Arial"/>
                <a:cs typeface="Arial"/>
              </a:defRPr>
            </a:lvl3pPr>
            <a:lvl4pPr algn="l">
              <a:defRPr sz="750" b="1">
                <a:solidFill>
                  <a:srgbClr val="8CA6C2"/>
                </a:solidFill>
                <a:latin typeface="Arial"/>
                <a:ea typeface="Arial"/>
                <a:cs typeface="Arial"/>
              </a:defRPr>
            </a:lvl4pPr>
            <a:lvl5pPr algn="l">
              <a:defRPr sz="750" b="1">
                <a:solidFill>
                  <a:srgbClr val="8CA6C2"/>
                </a:solidFill>
                <a:latin typeface="Arial"/>
                <a:ea typeface="Arial"/>
                <a:cs typeface="Arial"/>
              </a:defRPr>
            </a:lvl5pPr>
            <a:lvl6pPr algn="l">
              <a:defRPr sz="750" b="1">
                <a:solidFill>
                  <a:srgbClr val="8CA6C2"/>
                </a:solidFill>
                <a:latin typeface="Arial"/>
                <a:ea typeface="Arial"/>
                <a:cs typeface="Arial"/>
              </a:defRPr>
            </a:lvl6pPr>
            <a:lvl7pPr algn="l">
              <a:defRPr sz="750" b="1">
                <a:solidFill>
                  <a:srgbClr val="8CA6C2"/>
                </a:solidFill>
                <a:latin typeface="Arial"/>
                <a:ea typeface="Arial"/>
                <a:cs typeface="Arial"/>
              </a:defRPr>
            </a:lvl7pPr>
            <a:lvl8pPr algn="l">
              <a:defRPr sz="750" b="1">
                <a:solidFill>
                  <a:srgbClr val="8CA6C2"/>
                </a:solidFill>
                <a:latin typeface="Arial"/>
                <a:ea typeface="Arial"/>
                <a:cs typeface="Arial"/>
              </a:defRPr>
            </a:lvl8pPr>
            <a:lvl9pPr algn="l">
              <a:defRPr sz="750" b="1">
                <a:solidFill>
                  <a:srgbClr val="8CA6C2"/>
                </a:solidFill>
                <a:latin typeface="Arial"/>
                <a:ea typeface="Arial"/>
                <a:cs typeface="Arial"/>
              </a:defRPr>
            </a:lvl9pPr>
          </a:lstStyle>
          <a:p xmlns:a="http://schemas.openxmlformats.org/drawingml/2006/main">
            <a:pPr algn="l">
              <a:defRPr sz="750" b="1">
                <a:solidFill>
                  <a:srgbClr val="8CA6C2"/>
                </a:solidFill>
                <a:latin typeface="Arial"/>
                <a:ea typeface="Arial"/>
                <a:cs typeface="Arial"/>
              </a:defRPr>
            </a:pPr>
            <a:r>
              <a:rPr sz="750" b="1">
                <a:solidFill>
                  <a:srgbClr val="8CA6C2"/>
                </a:solidFill>
                <a:latin typeface="Arial"/>
                <a:ea typeface="Arial"/>
                <a:cs typeface="Arial"/>
              </a:rPr>
              <a:t>DEPARTMENT</a:t>
            </a:r>
          </a:p>
        </p:txBody>
      </p:sp>
      <p:sp>
        <p:nvSpPr>
          <p:cNvPr id="20" name="cover-value-1">
            <a:extLst xmlns:a="http://schemas.openxmlformats.org/drawingml/2006/main">
              <a:ext uri="{FF2B5EF4-FFF2-40B4-BE49-F238E27FC236}">
                <a16:creationId xmlns:a16="http://schemas.microsoft.com/office/drawing/2014/main" id="{B7C93D3B-814D-43F8-861E-25747A519FCB}"/>
              </a:ext>
            </a:extLst>
          </p:cNvPr>
          <p:cNvSpPr>
            <a:spLocks xmlns:a="http://schemas.openxmlformats.org/drawingml/2006/main" noGrp="1"/>
          </p:cNvSpPr>
          <p:nvPr/>
        </p:nvSpPr>
        <p:spPr>
          <a:xfrm xmlns:a="http://schemas.openxmlformats.org/drawingml/2006/main">
            <a:off x="1866900" y="4762500"/>
            <a:ext cx="2000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[Department]</a:t>
            </a:r>
          </a:p>
        </p:txBody>
      </p:sp>
      <p:sp>
        <p:nvSpPr>
          <p:cNvPr id="21" name="cover-label-2">
            <a:extLst xmlns:a="http://schemas.openxmlformats.org/drawingml/2006/main">
              <a:ext uri="{FF2B5EF4-FFF2-40B4-BE49-F238E27FC236}">
                <a16:creationId xmlns:a16="http://schemas.microsoft.com/office/drawing/2014/main" id="{AC5975E1-504B-423A-8C98-E186EE3E0064}"/>
              </a:ext>
            </a:extLst>
          </p:cNvPr>
          <p:cNvSpPr>
            <a:spLocks xmlns:a="http://schemas.openxmlformats.org/drawingml/2006/main" noGrp="1"/>
          </p:cNvSpPr>
          <p:nvPr/>
        </p:nvSpPr>
        <p:spPr>
          <a:xfrm xmlns:a="http://schemas.openxmlformats.org/drawingml/2006/main">
            <a:off x="647700" y="5133975"/>
            <a:ext cx="1190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8CA6C2"/>
                </a:solidFill>
                <a:latin typeface="Arial"/>
                <a:ea typeface="Arial"/>
                <a:cs typeface="Arial"/>
              </a:defRPr>
            </a:defPPr>
            <a:lvl1pPr algn="l">
              <a:defRPr sz="750" b="1">
                <a:solidFill>
                  <a:srgbClr val="8CA6C2"/>
                </a:solidFill>
                <a:latin typeface="Arial"/>
                <a:ea typeface="Arial"/>
                <a:cs typeface="Arial"/>
              </a:defRPr>
            </a:lvl1pPr>
            <a:lvl2pPr algn="l">
              <a:defRPr sz="750" b="1">
                <a:solidFill>
                  <a:srgbClr val="8CA6C2"/>
                </a:solidFill>
                <a:latin typeface="Arial"/>
                <a:ea typeface="Arial"/>
                <a:cs typeface="Arial"/>
              </a:defRPr>
            </a:lvl2pPr>
            <a:lvl3pPr algn="l">
              <a:defRPr sz="750" b="1">
                <a:solidFill>
                  <a:srgbClr val="8CA6C2"/>
                </a:solidFill>
                <a:latin typeface="Arial"/>
                <a:ea typeface="Arial"/>
                <a:cs typeface="Arial"/>
              </a:defRPr>
            </a:lvl3pPr>
            <a:lvl4pPr algn="l">
              <a:defRPr sz="750" b="1">
                <a:solidFill>
                  <a:srgbClr val="8CA6C2"/>
                </a:solidFill>
                <a:latin typeface="Arial"/>
                <a:ea typeface="Arial"/>
                <a:cs typeface="Arial"/>
              </a:defRPr>
            </a:lvl4pPr>
            <a:lvl5pPr algn="l">
              <a:defRPr sz="750" b="1">
                <a:solidFill>
                  <a:srgbClr val="8CA6C2"/>
                </a:solidFill>
                <a:latin typeface="Arial"/>
                <a:ea typeface="Arial"/>
                <a:cs typeface="Arial"/>
              </a:defRPr>
            </a:lvl5pPr>
            <a:lvl6pPr algn="l">
              <a:defRPr sz="750" b="1">
                <a:solidFill>
                  <a:srgbClr val="8CA6C2"/>
                </a:solidFill>
                <a:latin typeface="Arial"/>
                <a:ea typeface="Arial"/>
                <a:cs typeface="Arial"/>
              </a:defRPr>
            </a:lvl6pPr>
            <a:lvl7pPr algn="l">
              <a:defRPr sz="750" b="1">
                <a:solidFill>
                  <a:srgbClr val="8CA6C2"/>
                </a:solidFill>
                <a:latin typeface="Arial"/>
                <a:ea typeface="Arial"/>
                <a:cs typeface="Arial"/>
              </a:defRPr>
            </a:lvl7pPr>
            <a:lvl8pPr algn="l">
              <a:defRPr sz="750" b="1">
                <a:solidFill>
                  <a:srgbClr val="8CA6C2"/>
                </a:solidFill>
                <a:latin typeface="Arial"/>
                <a:ea typeface="Arial"/>
                <a:cs typeface="Arial"/>
              </a:defRPr>
            </a:lvl8pPr>
            <a:lvl9pPr algn="l">
              <a:defRPr sz="750" b="1">
                <a:solidFill>
                  <a:srgbClr val="8CA6C2"/>
                </a:solidFill>
                <a:latin typeface="Arial"/>
                <a:ea typeface="Arial"/>
                <a:cs typeface="Arial"/>
              </a:defRPr>
            </a:lvl9pPr>
          </a:lstStyle>
          <a:p xmlns:a="http://schemas.openxmlformats.org/drawingml/2006/main">
            <a:pPr algn="l">
              <a:defRPr sz="750" b="1">
                <a:solidFill>
                  <a:srgbClr val="8CA6C2"/>
                </a:solidFill>
                <a:latin typeface="Arial"/>
                <a:ea typeface="Arial"/>
                <a:cs typeface="Arial"/>
              </a:defRPr>
            </a:pPr>
            <a:r>
              <a:rPr sz="750" b="1">
                <a:solidFill>
                  <a:srgbClr val="8CA6C2"/>
                </a:solidFill>
                <a:latin typeface="Arial"/>
                <a:ea typeface="Arial"/>
                <a:cs typeface="Arial"/>
              </a:rPr>
              <a:t>COLLEGE</a:t>
            </a:r>
          </a:p>
        </p:txBody>
      </p:sp>
      <p:sp>
        <p:nvSpPr>
          <p:cNvPr id="22" name="cover-value-2">
            <a:extLst xmlns:a="http://schemas.openxmlformats.org/drawingml/2006/main">
              <a:ext uri="{FF2B5EF4-FFF2-40B4-BE49-F238E27FC236}">
                <a16:creationId xmlns:a16="http://schemas.microsoft.com/office/drawing/2014/main" id="{05FEE7D2-0F7B-4F53-A97C-E18FB588FE12}"/>
              </a:ext>
            </a:extLst>
          </p:cNvPr>
          <p:cNvSpPr>
            <a:spLocks xmlns:a="http://schemas.openxmlformats.org/drawingml/2006/main" noGrp="1"/>
          </p:cNvSpPr>
          <p:nvPr/>
        </p:nvSpPr>
        <p:spPr>
          <a:xfrm xmlns:a="http://schemas.openxmlformats.org/drawingml/2006/main">
            <a:off x="1866900" y="5114925"/>
            <a:ext cx="2000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[College]</a:t>
            </a:r>
          </a:p>
        </p:txBody>
      </p:sp>
      <p:sp>
        <p:nvSpPr>
          <p:cNvPr id="23" name="cover-label-3">
            <a:extLst xmlns:a="http://schemas.openxmlformats.org/drawingml/2006/main">
              <a:ext uri="{FF2B5EF4-FFF2-40B4-BE49-F238E27FC236}">
                <a16:creationId xmlns:a16="http://schemas.microsoft.com/office/drawing/2014/main" id="{20ED85BB-634C-4F6A-B21C-0975BAC5C7D9}"/>
              </a:ext>
            </a:extLst>
          </p:cNvPr>
          <p:cNvSpPr>
            <a:spLocks xmlns:a="http://schemas.openxmlformats.org/drawingml/2006/main" noGrp="1"/>
          </p:cNvSpPr>
          <p:nvPr/>
        </p:nvSpPr>
        <p:spPr>
          <a:xfrm xmlns:a="http://schemas.openxmlformats.org/drawingml/2006/main">
            <a:off x="4076700" y="4429125"/>
            <a:ext cx="1190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8CA6C2"/>
                </a:solidFill>
                <a:latin typeface="Arial"/>
                <a:ea typeface="Arial"/>
                <a:cs typeface="Arial"/>
              </a:defRPr>
            </a:defPPr>
            <a:lvl1pPr algn="l">
              <a:defRPr sz="750" b="1">
                <a:solidFill>
                  <a:srgbClr val="8CA6C2"/>
                </a:solidFill>
                <a:latin typeface="Arial"/>
                <a:ea typeface="Arial"/>
                <a:cs typeface="Arial"/>
              </a:defRPr>
            </a:lvl1pPr>
            <a:lvl2pPr algn="l">
              <a:defRPr sz="750" b="1">
                <a:solidFill>
                  <a:srgbClr val="8CA6C2"/>
                </a:solidFill>
                <a:latin typeface="Arial"/>
                <a:ea typeface="Arial"/>
                <a:cs typeface="Arial"/>
              </a:defRPr>
            </a:lvl2pPr>
            <a:lvl3pPr algn="l">
              <a:defRPr sz="750" b="1">
                <a:solidFill>
                  <a:srgbClr val="8CA6C2"/>
                </a:solidFill>
                <a:latin typeface="Arial"/>
                <a:ea typeface="Arial"/>
                <a:cs typeface="Arial"/>
              </a:defRPr>
            </a:lvl3pPr>
            <a:lvl4pPr algn="l">
              <a:defRPr sz="750" b="1">
                <a:solidFill>
                  <a:srgbClr val="8CA6C2"/>
                </a:solidFill>
                <a:latin typeface="Arial"/>
                <a:ea typeface="Arial"/>
                <a:cs typeface="Arial"/>
              </a:defRPr>
            </a:lvl4pPr>
            <a:lvl5pPr algn="l">
              <a:defRPr sz="750" b="1">
                <a:solidFill>
                  <a:srgbClr val="8CA6C2"/>
                </a:solidFill>
                <a:latin typeface="Arial"/>
                <a:ea typeface="Arial"/>
                <a:cs typeface="Arial"/>
              </a:defRPr>
            </a:lvl5pPr>
            <a:lvl6pPr algn="l">
              <a:defRPr sz="750" b="1">
                <a:solidFill>
                  <a:srgbClr val="8CA6C2"/>
                </a:solidFill>
                <a:latin typeface="Arial"/>
                <a:ea typeface="Arial"/>
                <a:cs typeface="Arial"/>
              </a:defRPr>
            </a:lvl6pPr>
            <a:lvl7pPr algn="l">
              <a:defRPr sz="750" b="1">
                <a:solidFill>
                  <a:srgbClr val="8CA6C2"/>
                </a:solidFill>
                <a:latin typeface="Arial"/>
                <a:ea typeface="Arial"/>
                <a:cs typeface="Arial"/>
              </a:defRPr>
            </a:lvl7pPr>
            <a:lvl8pPr algn="l">
              <a:defRPr sz="750" b="1">
                <a:solidFill>
                  <a:srgbClr val="8CA6C2"/>
                </a:solidFill>
                <a:latin typeface="Arial"/>
                <a:ea typeface="Arial"/>
                <a:cs typeface="Arial"/>
              </a:defRPr>
            </a:lvl8pPr>
            <a:lvl9pPr algn="l">
              <a:defRPr sz="750" b="1">
                <a:solidFill>
                  <a:srgbClr val="8CA6C2"/>
                </a:solidFill>
                <a:latin typeface="Arial"/>
                <a:ea typeface="Arial"/>
                <a:cs typeface="Arial"/>
              </a:defRPr>
            </a:lvl9pPr>
          </a:lstStyle>
          <a:p xmlns:a="http://schemas.openxmlformats.org/drawingml/2006/main">
            <a:pPr algn="l">
              <a:defRPr sz="750" b="1">
                <a:solidFill>
                  <a:srgbClr val="8CA6C2"/>
                </a:solidFill>
                <a:latin typeface="Arial"/>
                <a:ea typeface="Arial"/>
                <a:cs typeface="Arial"/>
              </a:defRPr>
            </a:pPr>
            <a:r>
              <a:rPr sz="750" b="1">
                <a:solidFill>
                  <a:srgbClr val="8CA6C2"/>
                </a:solidFill>
                <a:latin typeface="Arial"/>
                <a:ea typeface="Arial"/>
                <a:cs typeface="Arial"/>
              </a:rPr>
              <a:t>SUBJECT</a:t>
            </a:r>
          </a:p>
        </p:txBody>
      </p:sp>
      <p:sp>
        <p:nvSpPr>
          <p:cNvPr id="24" name="cover-value-3">
            <a:extLst xmlns:a="http://schemas.openxmlformats.org/drawingml/2006/main">
              <a:ext uri="{FF2B5EF4-FFF2-40B4-BE49-F238E27FC236}">
                <a16:creationId xmlns:a16="http://schemas.microsoft.com/office/drawing/2014/main" id="{F0C9676B-72FC-41BE-9030-7A5599BEFADD}"/>
              </a:ext>
            </a:extLst>
          </p:cNvPr>
          <p:cNvSpPr>
            <a:spLocks xmlns:a="http://schemas.openxmlformats.org/drawingml/2006/main" noGrp="1"/>
          </p:cNvSpPr>
          <p:nvPr/>
        </p:nvSpPr>
        <p:spPr>
          <a:xfrm xmlns:a="http://schemas.openxmlformats.org/drawingml/2006/main">
            <a:off x="5295900" y="4410075"/>
            <a:ext cx="2000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Agentic AI &amp; LLM</a:t>
            </a:r>
          </a:p>
        </p:txBody>
      </p:sp>
      <p:sp>
        <p:nvSpPr>
          <p:cNvPr id="25" name="cover-label-4">
            <a:extLst xmlns:a="http://schemas.openxmlformats.org/drawingml/2006/main">
              <a:ext uri="{FF2B5EF4-FFF2-40B4-BE49-F238E27FC236}">
                <a16:creationId xmlns:a16="http://schemas.microsoft.com/office/drawing/2014/main" id="{EA068C62-68AB-49B9-904C-D5C37C050B47}"/>
              </a:ext>
            </a:extLst>
          </p:cNvPr>
          <p:cNvSpPr>
            <a:spLocks xmlns:a="http://schemas.openxmlformats.org/drawingml/2006/main" noGrp="1"/>
          </p:cNvSpPr>
          <p:nvPr/>
        </p:nvSpPr>
        <p:spPr>
          <a:xfrm xmlns:a="http://schemas.openxmlformats.org/drawingml/2006/main">
            <a:off x="4076700" y="4781550"/>
            <a:ext cx="11906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1">
                <a:solidFill>
                  <a:srgbClr val="8CA6C2"/>
                </a:solidFill>
                <a:latin typeface="Arial"/>
                <a:ea typeface="Arial"/>
                <a:cs typeface="Arial"/>
              </a:defRPr>
            </a:defPPr>
            <a:lvl1pPr algn="l">
              <a:defRPr sz="750" b="1">
                <a:solidFill>
                  <a:srgbClr val="8CA6C2"/>
                </a:solidFill>
                <a:latin typeface="Arial"/>
                <a:ea typeface="Arial"/>
                <a:cs typeface="Arial"/>
              </a:defRPr>
            </a:lvl1pPr>
            <a:lvl2pPr algn="l">
              <a:defRPr sz="750" b="1">
                <a:solidFill>
                  <a:srgbClr val="8CA6C2"/>
                </a:solidFill>
                <a:latin typeface="Arial"/>
                <a:ea typeface="Arial"/>
                <a:cs typeface="Arial"/>
              </a:defRPr>
            </a:lvl2pPr>
            <a:lvl3pPr algn="l">
              <a:defRPr sz="750" b="1">
                <a:solidFill>
                  <a:srgbClr val="8CA6C2"/>
                </a:solidFill>
                <a:latin typeface="Arial"/>
                <a:ea typeface="Arial"/>
                <a:cs typeface="Arial"/>
              </a:defRPr>
            </a:lvl3pPr>
            <a:lvl4pPr algn="l">
              <a:defRPr sz="750" b="1">
                <a:solidFill>
                  <a:srgbClr val="8CA6C2"/>
                </a:solidFill>
                <a:latin typeface="Arial"/>
                <a:ea typeface="Arial"/>
                <a:cs typeface="Arial"/>
              </a:defRPr>
            </a:lvl4pPr>
            <a:lvl5pPr algn="l">
              <a:defRPr sz="750" b="1">
                <a:solidFill>
                  <a:srgbClr val="8CA6C2"/>
                </a:solidFill>
                <a:latin typeface="Arial"/>
                <a:ea typeface="Arial"/>
                <a:cs typeface="Arial"/>
              </a:defRPr>
            </a:lvl5pPr>
            <a:lvl6pPr algn="l">
              <a:defRPr sz="750" b="1">
                <a:solidFill>
                  <a:srgbClr val="8CA6C2"/>
                </a:solidFill>
                <a:latin typeface="Arial"/>
                <a:ea typeface="Arial"/>
                <a:cs typeface="Arial"/>
              </a:defRPr>
            </a:lvl6pPr>
            <a:lvl7pPr algn="l">
              <a:defRPr sz="750" b="1">
                <a:solidFill>
                  <a:srgbClr val="8CA6C2"/>
                </a:solidFill>
                <a:latin typeface="Arial"/>
                <a:ea typeface="Arial"/>
                <a:cs typeface="Arial"/>
              </a:defRPr>
            </a:lvl7pPr>
            <a:lvl8pPr algn="l">
              <a:defRPr sz="750" b="1">
                <a:solidFill>
                  <a:srgbClr val="8CA6C2"/>
                </a:solidFill>
                <a:latin typeface="Arial"/>
                <a:ea typeface="Arial"/>
                <a:cs typeface="Arial"/>
              </a:defRPr>
            </a:lvl8pPr>
            <a:lvl9pPr algn="l">
              <a:defRPr sz="750" b="1">
                <a:solidFill>
                  <a:srgbClr val="8CA6C2"/>
                </a:solidFill>
                <a:latin typeface="Arial"/>
                <a:ea typeface="Arial"/>
                <a:cs typeface="Arial"/>
              </a:defRPr>
            </a:lvl9pPr>
          </a:lstStyle>
          <a:p xmlns:a="http://schemas.openxmlformats.org/drawingml/2006/main">
            <a:pPr algn="l">
              <a:defRPr sz="750" b="1">
                <a:solidFill>
                  <a:srgbClr val="8CA6C2"/>
                </a:solidFill>
                <a:latin typeface="Arial"/>
                <a:ea typeface="Arial"/>
                <a:cs typeface="Arial"/>
              </a:defRPr>
            </a:pPr>
            <a:r>
              <a:rPr sz="750" b="1">
                <a:solidFill>
                  <a:srgbClr val="8CA6C2"/>
                </a:solidFill>
                <a:latin typeface="Arial"/>
                <a:ea typeface="Arial"/>
                <a:cs typeface="Arial"/>
              </a:rPr>
              <a:t>GUIDE</a:t>
            </a:r>
          </a:p>
        </p:txBody>
      </p:sp>
      <p:sp>
        <p:nvSpPr>
          <p:cNvPr id="26" name="cover-value-4">
            <a:extLst xmlns:a="http://schemas.openxmlformats.org/drawingml/2006/main">
              <a:ext uri="{FF2B5EF4-FFF2-40B4-BE49-F238E27FC236}">
                <a16:creationId xmlns:a16="http://schemas.microsoft.com/office/drawing/2014/main" id="{01A8EB3E-5EAE-4323-AD21-CA60C34BA610}"/>
              </a:ext>
            </a:extLst>
          </p:cNvPr>
          <p:cNvSpPr>
            <a:spLocks xmlns:a="http://schemas.openxmlformats.org/drawingml/2006/main" noGrp="1"/>
          </p:cNvSpPr>
          <p:nvPr/>
        </p:nvSpPr>
        <p:spPr>
          <a:xfrm xmlns:a="http://schemas.openxmlformats.org/drawingml/2006/main">
            <a:off x="5295900" y="4762500"/>
            <a:ext cx="2000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FFFFFF"/>
                </a:solidFill>
                <a:latin typeface="Arial"/>
                <a:ea typeface="Arial"/>
                <a:cs typeface="Arial"/>
              </a:defRPr>
            </a:defPPr>
            <a:lvl1pPr algn="l">
              <a:defRPr sz="1050" b="0">
                <a:solidFill>
                  <a:srgbClr val="FFFFFF"/>
                </a:solidFill>
                <a:latin typeface="Arial"/>
                <a:ea typeface="Arial"/>
                <a:cs typeface="Arial"/>
              </a:defRPr>
            </a:lvl1pPr>
            <a:lvl2pPr algn="l">
              <a:defRPr sz="1050" b="0">
                <a:solidFill>
                  <a:srgbClr val="FFFFFF"/>
                </a:solidFill>
                <a:latin typeface="Arial"/>
                <a:ea typeface="Arial"/>
                <a:cs typeface="Arial"/>
              </a:defRPr>
            </a:lvl2pPr>
            <a:lvl3pPr algn="l">
              <a:defRPr sz="1050" b="0">
                <a:solidFill>
                  <a:srgbClr val="FFFFFF"/>
                </a:solidFill>
                <a:latin typeface="Arial"/>
                <a:ea typeface="Arial"/>
                <a:cs typeface="Arial"/>
              </a:defRPr>
            </a:lvl3pPr>
            <a:lvl4pPr algn="l">
              <a:defRPr sz="1050" b="0">
                <a:solidFill>
                  <a:srgbClr val="FFFFFF"/>
                </a:solidFill>
                <a:latin typeface="Arial"/>
                <a:ea typeface="Arial"/>
                <a:cs typeface="Arial"/>
              </a:defRPr>
            </a:lvl4pPr>
            <a:lvl5pPr algn="l">
              <a:defRPr sz="1050" b="0">
                <a:solidFill>
                  <a:srgbClr val="FFFFFF"/>
                </a:solidFill>
                <a:latin typeface="Arial"/>
                <a:ea typeface="Arial"/>
                <a:cs typeface="Arial"/>
              </a:defRPr>
            </a:lvl5pPr>
            <a:lvl6pPr algn="l">
              <a:defRPr sz="1050" b="0">
                <a:solidFill>
                  <a:srgbClr val="FFFFFF"/>
                </a:solidFill>
                <a:latin typeface="Arial"/>
                <a:ea typeface="Arial"/>
                <a:cs typeface="Arial"/>
              </a:defRPr>
            </a:lvl6pPr>
            <a:lvl7pPr algn="l">
              <a:defRPr sz="1050" b="0">
                <a:solidFill>
                  <a:srgbClr val="FFFFFF"/>
                </a:solidFill>
                <a:latin typeface="Arial"/>
                <a:ea typeface="Arial"/>
                <a:cs typeface="Arial"/>
              </a:defRPr>
            </a:lvl7pPr>
            <a:lvl8pPr algn="l">
              <a:defRPr sz="1050" b="0">
                <a:solidFill>
                  <a:srgbClr val="FFFFFF"/>
                </a:solidFill>
                <a:latin typeface="Arial"/>
                <a:ea typeface="Arial"/>
                <a:cs typeface="Arial"/>
              </a:defRPr>
            </a:lvl8pPr>
            <a:lvl9pPr algn="l">
              <a:defRPr sz="1050" b="0">
                <a:solidFill>
                  <a:srgbClr val="FFFFFF"/>
                </a:solidFill>
                <a:latin typeface="Arial"/>
                <a:ea typeface="Arial"/>
                <a:cs typeface="Arial"/>
              </a:defRPr>
            </a:lvl9pPr>
          </a:lstStyle>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[Guide name]</a:t>
            </a:r>
          </a:p>
        </p:txBody>
      </p:sp>
      <p:sp>
        <p:nvSpPr>
          <p:cNvPr id="27" name="cover-version">
            <a:extLst xmlns:a="http://schemas.openxmlformats.org/drawingml/2006/main">
              <a:ext uri="{FF2B5EF4-FFF2-40B4-BE49-F238E27FC236}">
                <a16:creationId xmlns:a16="http://schemas.microsoft.com/office/drawing/2014/main" id="{B6384428-2FC3-472F-995E-7037F8C957BA}"/>
              </a:ext>
            </a:extLst>
          </p:cNvPr>
          <p:cNvSpPr>
            <a:spLocks xmlns:a="http://schemas.openxmlformats.org/drawingml/2006/main" noGrp="1"/>
          </p:cNvSpPr>
          <p:nvPr/>
        </p:nvSpPr>
        <p:spPr>
          <a:xfrm xmlns:a="http://schemas.openxmlformats.org/drawingml/2006/main">
            <a:off x="647700" y="6257925"/>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8CA6C2"/>
                </a:solidFill>
                <a:latin typeface="Arial"/>
                <a:ea typeface="Arial"/>
                <a:cs typeface="Arial"/>
              </a:defRPr>
            </a:defPPr>
            <a:lvl1pPr algn="l">
              <a:defRPr sz="825" b="1">
                <a:solidFill>
                  <a:srgbClr val="8CA6C2"/>
                </a:solidFill>
                <a:latin typeface="Arial"/>
                <a:ea typeface="Arial"/>
                <a:cs typeface="Arial"/>
              </a:defRPr>
            </a:lvl1pPr>
            <a:lvl2pPr algn="l">
              <a:defRPr sz="825" b="1">
                <a:solidFill>
                  <a:srgbClr val="8CA6C2"/>
                </a:solidFill>
                <a:latin typeface="Arial"/>
                <a:ea typeface="Arial"/>
                <a:cs typeface="Arial"/>
              </a:defRPr>
            </a:lvl2pPr>
            <a:lvl3pPr algn="l">
              <a:defRPr sz="825" b="1">
                <a:solidFill>
                  <a:srgbClr val="8CA6C2"/>
                </a:solidFill>
                <a:latin typeface="Arial"/>
                <a:ea typeface="Arial"/>
                <a:cs typeface="Arial"/>
              </a:defRPr>
            </a:lvl3pPr>
            <a:lvl4pPr algn="l">
              <a:defRPr sz="825" b="1">
                <a:solidFill>
                  <a:srgbClr val="8CA6C2"/>
                </a:solidFill>
                <a:latin typeface="Arial"/>
                <a:ea typeface="Arial"/>
                <a:cs typeface="Arial"/>
              </a:defRPr>
            </a:lvl4pPr>
            <a:lvl5pPr algn="l">
              <a:defRPr sz="825" b="1">
                <a:solidFill>
                  <a:srgbClr val="8CA6C2"/>
                </a:solidFill>
                <a:latin typeface="Arial"/>
                <a:ea typeface="Arial"/>
                <a:cs typeface="Arial"/>
              </a:defRPr>
            </a:lvl5pPr>
            <a:lvl6pPr algn="l">
              <a:defRPr sz="825" b="1">
                <a:solidFill>
                  <a:srgbClr val="8CA6C2"/>
                </a:solidFill>
                <a:latin typeface="Arial"/>
                <a:ea typeface="Arial"/>
                <a:cs typeface="Arial"/>
              </a:defRPr>
            </a:lvl6pPr>
            <a:lvl7pPr algn="l">
              <a:defRPr sz="825" b="1">
                <a:solidFill>
                  <a:srgbClr val="8CA6C2"/>
                </a:solidFill>
                <a:latin typeface="Arial"/>
                <a:ea typeface="Arial"/>
                <a:cs typeface="Arial"/>
              </a:defRPr>
            </a:lvl7pPr>
            <a:lvl8pPr algn="l">
              <a:defRPr sz="825" b="1">
                <a:solidFill>
                  <a:srgbClr val="8CA6C2"/>
                </a:solidFill>
                <a:latin typeface="Arial"/>
                <a:ea typeface="Arial"/>
                <a:cs typeface="Arial"/>
              </a:defRPr>
            </a:lvl8pPr>
            <a:lvl9pPr algn="l">
              <a:defRPr sz="825" b="1">
                <a:solidFill>
                  <a:srgbClr val="8CA6C2"/>
                </a:solidFill>
                <a:latin typeface="Arial"/>
                <a:ea typeface="Arial"/>
                <a:cs typeface="Arial"/>
              </a:defRPr>
            </a:lvl9pPr>
          </a:lstStyle>
          <a:p xmlns:a="http://schemas.openxmlformats.org/drawingml/2006/main">
            <a:pPr algn="l">
              <a:defRPr sz="825" b="1">
                <a:solidFill>
                  <a:srgbClr val="8CA6C2"/>
                </a:solidFill>
                <a:latin typeface="Arial"/>
                <a:ea typeface="Arial"/>
                <a:cs typeface="Arial"/>
              </a:defRPr>
            </a:pPr>
            <a:r>
              <a:rPr sz="825" b="1">
                <a:solidFill>
                  <a:srgbClr val="8CA6C2"/>
                </a:solidFill>
                <a:latin typeface="Arial"/>
                <a:ea typeface="Arial"/>
                <a:cs typeface="Arial"/>
              </a:rPr>
              <a:t>VERSION 1  ·  LOCAL-FIRST  ·  SINGLE AGENT</a:t>
            </a:r>
          </a:p>
        </p:txBody>
      </p:sp>
    </p:spTree>
    <p:extLst>
      <p:ext uri="{BB962C8B-B14F-4D97-AF65-F5344CB8AC3E}">
        <p14:creationId xmlns:p14="http://schemas.microsoft.com/office/powerpoint/2010/main" val="54619056"/>
      </p:ext>
    </p:extLst>
  </p:cSld>
</p:sld>
</file>

<file path=ppt/slides/slide2.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5" name="top-accent">
            <a:extLst xmlns:a="http://schemas.openxmlformats.org/drawingml/2006/main">
              <a:ext uri="{FF2B5EF4-FFF2-40B4-BE49-F238E27FC236}">
                <a16:creationId xmlns:a16="http://schemas.microsoft.com/office/drawing/2014/main" id="{10CBE72F-D279-4A8F-A8B9-D963AA7E225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630BAA19-A6BE-4BF9-9127-A3FB937156B5}"/>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PROBLEM STATEMENT</a:t>
            </a:r>
          </a:p>
        </p:txBody>
      </p:sp>
      <p:sp>
        <p:nvSpPr>
          <p:cNvPr id="3" name="slide-title">
            <a:extLst xmlns:a="http://schemas.openxmlformats.org/drawingml/2006/main">
              <a:ext uri="{FF2B5EF4-FFF2-40B4-BE49-F238E27FC236}">
                <a16:creationId xmlns:a16="http://schemas.microsoft.com/office/drawing/2014/main" id="{11BDFD57-E0FD-4334-AC12-DE42B7745847}"/>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The reading problem</a:t>
            </a:r>
          </a:p>
        </p:txBody>
      </p:sp>
      <p:sp>
        <p:nvSpPr>
          <p:cNvPr id="4" name="footer-line">
            <a:extLst xmlns:a="http://schemas.openxmlformats.org/drawingml/2006/main">
              <a:ext uri="{FF2B5EF4-FFF2-40B4-BE49-F238E27FC236}">
                <a16:creationId xmlns:a16="http://schemas.microsoft.com/office/drawing/2014/main" id="{37DB05AC-214B-4B9F-A1A0-26A6721A6F6C}"/>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F72E9CC5-A092-4E9C-A984-EBEBA7964FF9}"/>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13A7E9AC-9B6A-4536-BEAD-14965F1F11BC}"/>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02</a:t>
            </a:r>
          </a:p>
        </p:txBody>
      </p:sp>
      <p:sp>
        <p:nvSpPr>
          <p:cNvPr id="7" name="problem-lede">
            <a:extLst xmlns:a="http://schemas.openxmlformats.org/drawingml/2006/main">
              <a:ext uri="{FF2B5EF4-FFF2-40B4-BE49-F238E27FC236}">
                <a16:creationId xmlns:a16="http://schemas.microsoft.com/office/drawing/2014/main" id="{B3FF9079-A838-4441-A86C-F9CB5F4F38A5}"/>
              </a:ext>
            </a:extLst>
          </p:cNvPr>
          <p:cNvSpPr>
            <a:spLocks xmlns:a="http://schemas.openxmlformats.org/drawingml/2006/main" noGrp="1"/>
          </p:cNvSpPr>
          <p:nvPr/>
        </p:nvSpPr>
        <p:spPr>
          <a:xfrm xmlns:a="http://schemas.openxmlformats.org/drawingml/2006/main">
            <a:off x="552450" y="138112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2233F"/>
                </a:solidFill>
                <a:latin typeface="Arial"/>
                <a:ea typeface="Arial"/>
                <a:cs typeface="Arial"/>
              </a:defRPr>
            </a:defPPr>
            <a:lvl1pPr algn="l">
              <a:defRPr sz="1650" b="0">
                <a:solidFill>
                  <a:srgbClr val="12233F"/>
                </a:solidFill>
                <a:latin typeface="Arial"/>
                <a:ea typeface="Arial"/>
                <a:cs typeface="Arial"/>
              </a:defRPr>
            </a:lvl1pPr>
            <a:lvl2pPr algn="l">
              <a:defRPr sz="1650" b="0">
                <a:solidFill>
                  <a:srgbClr val="12233F"/>
                </a:solidFill>
                <a:latin typeface="Arial"/>
                <a:ea typeface="Arial"/>
                <a:cs typeface="Arial"/>
              </a:defRPr>
            </a:lvl2pPr>
            <a:lvl3pPr algn="l">
              <a:defRPr sz="1650" b="0">
                <a:solidFill>
                  <a:srgbClr val="12233F"/>
                </a:solidFill>
                <a:latin typeface="Arial"/>
                <a:ea typeface="Arial"/>
                <a:cs typeface="Arial"/>
              </a:defRPr>
            </a:lvl3pPr>
            <a:lvl4pPr algn="l">
              <a:defRPr sz="1650" b="0">
                <a:solidFill>
                  <a:srgbClr val="12233F"/>
                </a:solidFill>
                <a:latin typeface="Arial"/>
                <a:ea typeface="Arial"/>
                <a:cs typeface="Arial"/>
              </a:defRPr>
            </a:lvl4pPr>
            <a:lvl5pPr algn="l">
              <a:defRPr sz="1650" b="0">
                <a:solidFill>
                  <a:srgbClr val="12233F"/>
                </a:solidFill>
                <a:latin typeface="Arial"/>
                <a:ea typeface="Arial"/>
                <a:cs typeface="Arial"/>
              </a:defRPr>
            </a:lvl5pPr>
            <a:lvl6pPr algn="l">
              <a:defRPr sz="1650" b="0">
                <a:solidFill>
                  <a:srgbClr val="12233F"/>
                </a:solidFill>
                <a:latin typeface="Arial"/>
                <a:ea typeface="Arial"/>
                <a:cs typeface="Arial"/>
              </a:defRPr>
            </a:lvl6pPr>
            <a:lvl7pPr algn="l">
              <a:defRPr sz="1650" b="0">
                <a:solidFill>
                  <a:srgbClr val="12233F"/>
                </a:solidFill>
                <a:latin typeface="Arial"/>
                <a:ea typeface="Arial"/>
                <a:cs typeface="Arial"/>
              </a:defRPr>
            </a:lvl7pPr>
            <a:lvl8pPr algn="l">
              <a:defRPr sz="1650" b="0">
                <a:solidFill>
                  <a:srgbClr val="12233F"/>
                </a:solidFill>
                <a:latin typeface="Arial"/>
                <a:ea typeface="Arial"/>
                <a:cs typeface="Arial"/>
              </a:defRPr>
            </a:lvl8pPr>
            <a:lvl9pPr algn="l">
              <a:defRPr sz="1650" b="0">
                <a:solidFill>
                  <a:srgbClr val="12233F"/>
                </a:solidFill>
                <a:latin typeface="Arial"/>
                <a:ea typeface="Arial"/>
                <a:cs typeface="Arial"/>
              </a:defRPr>
            </a:lvl9pPr>
          </a:lstStyle>
          <a:p xmlns:a="http://schemas.openxmlformats.org/drawingml/2006/main">
            <a:pPr algn="l">
              <a:defRPr sz="1650" b="0">
                <a:solidFill>
                  <a:srgbClr val="12233F"/>
                </a:solidFill>
                <a:latin typeface="Arial"/>
                <a:ea typeface="Arial"/>
                <a:cs typeface="Arial"/>
              </a:defRPr>
            </a:pPr>
            <a:r>
              <a:rPr sz="1650" b="0">
                <a:solidFill>
                  <a:srgbClr val="12233F"/>
                </a:solidFill>
                <a:latin typeface="Arial"/>
                <a:ea typeface="Arial"/>
                <a:cs typeface="Arial"/>
              </a:rPr>
              <a:t>A reader’s books, preferences, and progress are often spread across different places.</a:t>
            </a:r>
          </a:p>
        </p:txBody>
      </p:sp>
      <p:sp>
        <p:nvSpPr>
          <p:cNvPr id="8" name="problem-card-01">
            <a:extLst xmlns:a="http://schemas.openxmlformats.org/drawingml/2006/main">
              <a:ext uri="{FF2B5EF4-FFF2-40B4-BE49-F238E27FC236}">
                <a16:creationId xmlns:a16="http://schemas.microsoft.com/office/drawing/2014/main" id="{2ECFCE83-90F3-4B53-9C38-715B4AFB114B}"/>
              </a:ext>
            </a:extLst>
          </p:cNvPr>
          <p:cNvSpPr>
            <a:spLocks xmlns:a="http://schemas.openxmlformats.org/drawingml/2006/main" noGrp="1"/>
          </p:cNvSpPr>
          <p:nvPr/>
        </p:nvSpPr>
        <p:spPr>
          <a:xfrm xmlns:a="http://schemas.openxmlformats.org/drawingml/2006/main">
            <a:off x="552450" y="2171700"/>
            <a:ext cx="514350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C9D9EC"/>
            </a:solidFill>
            <a:prstDash val="solid"/>
          </a:ln>
        </p:spPr>
      </p:sp>
      <p:sp>
        <p:nvSpPr>
          <p:cNvPr id="9" name="problem-number-01">
            <a:extLst xmlns:a="http://schemas.openxmlformats.org/drawingml/2006/main">
              <a:ext uri="{FF2B5EF4-FFF2-40B4-BE49-F238E27FC236}">
                <a16:creationId xmlns:a16="http://schemas.microsoft.com/office/drawing/2014/main" id="{74EE02B0-7D38-4530-A440-F60CA3D7E71D}"/>
              </a:ext>
            </a:extLst>
          </p:cNvPr>
          <p:cNvSpPr>
            <a:spLocks xmlns:a="http://schemas.openxmlformats.org/drawingml/2006/main" noGrp="1"/>
          </p:cNvSpPr>
          <p:nvPr/>
        </p:nvSpPr>
        <p:spPr>
          <a:xfrm xmlns:a="http://schemas.openxmlformats.org/drawingml/2006/main">
            <a:off x="752475" y="2352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563EB"/>
                </a:solidFill>
                <a:latin typeface="Arial"/>
                <a:ea typeface="Arial"/>
                <a:cs typeface="Arial"/>
              </a:defRPr>
            </a:defPPr>
            <a:lvl1pPr algn="l">
              <a:defRPr sz="1800" b="1">
                <a:solidFill>
                  <a:srgbClr val="2563EB"/>
                </a:solidFill>
                <a:latin typeface="Arial"/>
                <a:ea typeface="Arial"/>
                <a:cs typeface="Arial"/>
              </a:defRPr>
            </a:lvl1pPr>
            <a:lvl2pPr algn="l">
              <a:defRPr sz="1800" b="1">
                <a:solidFill>
                  <a:srgbClr val="2563EB"/>
                </a:solidFill>
                <a:latin typeface="Arial"/>
                <a:ea typeface="Arial"/>
                <a:cs typeface="Arial"/>
              </a:defRPr>
            </a:lvl2pPr>
            <a:lvl3pPr algn="l">
              <a:defRPr sz="1800" b="1">
                <a:solidFill>
                  <a:srgbClr val="2563EB"/>
                </a:solidFill>
                <a:latin typeface="Arial"/>
                <a:ea typeface="Arial"/>
                <a:cs typeface="Arial"/>
              </a:defRPr>
            </a:lvl3pPr>
            <a:lvl4pPr algn="l">
              <a:defRPr sz="1800" b="1">
                <a:solidFill>
                  <a:srgbClr val="2563EB"/>
                </a:solidFill>
                <a:latin typeface="Arial"/>
                <a:ea typeface="Arial"/>
                <a:cs typeface="Arial"/>
              </a:defRPr>
            </a:lvl4pPr>
            <a:lvl5pPr algn="l">
              <a:defRPr sz="1800" b="1">
                <a:solidFill>
                  <a:srgbClr val="2563EB"/>
                </a:solidFill>
                <a:latin typeface="Arial"/>
                <a:ea typeface="Arial"/>
                <a:cs typeface="Arial"/>
              </a:defRPr>
            </a:lvl5pPr>
            <a:lvl6pPr algn="l">
              <a:defRPr sz="1800" b="1">
                <a:solidFill>
                  <a:srgbClr val="2563EB"/>
                </a:solidFill>
                <a:latin typeface="Arial"/>
                <a:ea typeface="Arial"/>
                <a:cs typeface="Arial"/>
              </a:defRPr>
            </a:lvl6pPr>
            <a:lvl7pPr algn="l">
              <a:defRPr sz="1800" b="1">
                <a:solidFill>
                  <a:srgbClr val="2563EB"/>
                </a:solidFill>
                <a:latin typeface="Arial"/>
                <a:ea typeface="Arial"/>
                <a:cs typeface="Arial"/>
              </a:defRPr>
            </a:lvl7pPr>
            <a:lvl8pPr algn="l">
              <a:defRPr sz="1800" b="1">
                <a:solidFill>
                  <a:srgbClr val="2563EB"/>
                </a:solidFill>
                <a:latin typeface="Arial"/>
                <a:ea typeface="Arial"/>
                <a:cs typeface="Arial"/>
              </a:defRPr>
            </a:lvl8pPr>
            <a:lvl9pPr algn="l">
              <a:defRPr sz="1800" b="1">
                <a:solidFill>
                  <a:srgbClr val="2563EB"/>
                </a:solidFill>
                <a:latin typeface="Arial"/>
                <a:ea typeface="Arial"/>
                <a:cs typeface="Arial"/>
              </a:defRPr>
            </a:lvl9pPr>
          </a:lstStyle>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01</a:t>
            </a:r>
          </a:p>
        </p:txBody>
      </p:sp>
      <p:sp>
        <p:nvSpPr>
          <p:cNvPr id="10" name="problem-title-01">
            <a:extLst xmlns:a="http://schemas.openxmlformats.org/drawingml/2006/main">
              <a:ext uri="{FF2B5EF4-FFF2-40B4-BE49-F238E27FC236}">
                <a16:creationId xmlns:a16="http://schemas.microsoft.com/office/drawing/2014/main" id="{94402742-4131-4221-B11E-56EEBE9867D3}"/>
              </a:ext>
            </a:extLst>
          </p:cNvPr>
          <p:cNvSpPr>
            <a:spLocks xmlns:a="http://schemas.openxmlformats.org/drawingml/2006/main" noGrp="1"/>
          </p:cNvSpPr>
          <p:nvPr/>
        </p:nvSpPr>
        <p:spPr>
          <a:xfrm xmlns:a="http://schemas.openxmlformats.org/drawingml/2006/main">
            <a:off x="1390650" y="23717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0B1730"/>
                </a:solidFill>
                <a:latin typeface="Arial"/>
                <a:ea typeface="Arial"/>
                <a:cs typeface="Arial"/>
              </a:defRPr>
            </a:defPPr>
            <a:lvl1pPr algn="l">
              <a:defRPr sz="1575" b="1">
                <a:solidFill>
                  <a:srgbClr val="0B1730"/>
                </a:solidFill>
                <a:latin typeface="Arial"/>
                <a:ea typeface="Arial"/>
                <a:cs typeface="Arial"/>
              </a:defRPr>
            </a:lvl1pPr>
            <a:lvl2pPr algn="l">
              <a:defRPr sz="1575" b="1">
                <a:solidFill>
                  <a:srgbClr val="0B1730"/>
                </a:solidFill>
                <a:latin typeface="Arial"/>
                <a:ea typeface="Arial"/>
                <a:cs typeface="Arial"/>
              </a:defRPr>
            </a:lvl2pPr>
            <a:lvl3pPr algn="l">
              <a:defRPr sz="1575" b="1">
                <a:solidFill>
                  <a:srgbClr val="0B1730"/>
                </a:solidFill>
                <a:latin typeface="Arial"/>
                <a:ea typeface="Arial"/>
                <a:cs typeface="Arial"/>
              </a:defRPr>
            </a:lvl3pPr>
            <a:lvl4pPr algn="l">
              <a:defRPr sz="1575" b="1">
                <a:solidFill>
                  <a:srgbClr val="0B1730"/>
                </a:solidFill>
                <a:latin typeface="Arial"/>
                <a:ea typeface="Arial"/>
                <a:cs typeface="Arial"/>
              </a:defRPr>
            </a:lvl4pPr>
            <a:lvl5pPr algn="l">
              <a:defRPr sz="1575" b="1">
                <a:solidFill>
                  <a:srgbClr val="0B1730"/>
                </a:solidFill>
                <a:latin typeface="Arial"/>
                <a:ea typeface="Arial"/>
                <a:cs typeface="Arial"/>
              </a:defRPr>
            </a:lvl5pPr>
            <a:lvl6pPr algn="l">
              <a:defRPr sz="1575" b="1">
                <a:solidFill>
                  <a:srgbClr val="0B1730"/>
                </a:solidFill>
                <a:latin typeface="Arial"/>
                <a:ea typeface="Arial"/>
                <a:cs typeface="Arial"/>
              </a:defRPr>
            </a:lvl6pPr>
            <a:lvl7pPr algn="l">
              <a:defRPr sz="1575" b="1">
                <a:solidFill>
                  <a:srgbClr val="0B1730"/>
                </a:solidFill>
                <a:latin typeface="Arial"/>
                <a:ea typeface="Arial"/>
                <a:cs typeface="Arial"/>
              </a:defRPr>
            </a:lvl7pPr>
            <a:lvl8pPr algn="l">
              <a:defRPr sz="1575" b="1">
                <a:solidFill>
                  <a:srgbClr val="0B1730"/>
                </a:solidFill>
                <a:latin typeface="Arial"/>
                <a:ea typeface="Arial"/>
                <a:cs typeface="Arial"/>
              </a:defRPr>
            </a:lvl8pPr>
            <a:lvl9pPr algn="l">
              <a:defRPr sz="1575" b="1">
                <a:solidFill>
                  <a:srgbClr val="0B1730"/>
                </a:solidFill>
                <a:latin typeface="Arial"/>
                <a:ea typeface="Arial"/>
                <a:cs typeface="Arial"/>
              </a:defRPr>
            </a:lvl9pPr>
          </a:lstStyle>
          <a:p xmlns:a="http://schemas.openxmlformats.org/drawingml/2006/main">
            <a:pPr algn="l">
              <a:defRPr sz="1575" b="1">
                <a:solidFill>
                  <a:srgbClr val="0B1730"/>
                </a:solidFill>
                <a:latin typeface="Arial"/>
                <a:ea typeface="Arial"/>
                <a:cs typeface="Arial"/>
              </a:defRPr>
            </a:pPr>
            <a:r>
              <a:rPr sz="1575" b="1">
                <a:solidFill>
                  <a:srgbClr val="0B1730"/>
                </a:solidFill>
                <a:latin typeface="Arial"/>
                <a:ea typeface="Arial"/>
                <a:cs typeface="Arial"/>
              </a:rPr>
              <a:t>Large collections</a:t>
            </a:r>
          </a:p>
        </p:txBody>
      </p:sp>
      <p:sp>
        <p:nvSpPr>
          <p:cNvPr id="11" name="problem-copy-01">
            <a:extLst xmlns:a="http://schemas.openxmlformats.org/drawingml/2006/main">
              <a:ext uri="{FF2B5EF4-FFF2-40B4-BE49-F238E27FC236}">
                <a16:creationId xmlns:a16="http://schemas.microsoft.com/office/drawing/2014/main" id="{37643F48-F0E9-4E95-B1E1-5B073F7B0B86}"/>
              </a:ext>
            </a:extLst>
          </p:cNvPr>
          <p:cNvSpPr>
            <a:spLocks xmlns:a="http://schemas.openxmlformats.org/drawingml/2006/main" noGrp="1"/>
          </p:cNvSpPr>
          <p:nvPr/>
        </p:nvSpPr>
        <p:spPr>
          <a:xfrm xmlns:a="http://schemas.openxmlformats.org/drawingml/2006/main">
            <a:off x="1390650" y="2762250"/>
            <a:ext cx="3943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Finding the next book manually takes time.</a:t>
            </a:r>
          </a:p>
        </p:txBody>
      </p:sp>
      <p:sp>
        <p:nvSpPr>
          <p:cNvPr id="12" name="problem-card-02">
            <a:extLst xmlns:a="http://schemas.openxmlformats.org/drawingml/2006/main">
              <a:ext uri="{FF2B5EF4-FFF2-40B4-BE49-F238E27FC236}">
                <a16:creationId xmlns:a16="http://schemas.microsoft.com/office/drawing/2014/main" id="{2D12C329-2B25-4E9D-94D4-14DBF3DC66B7}"/>
              </a:ext>
            </a:extLst>
          </p:cNvPr>
          <p:cNvSpPr>
            <a:spLocks xmlns:a="http://schemas.openxmlformats.org/drawingml/2006/main" noGrp="1"/>
          </p:cNvSpPr>
          <p:nvPr/>
        </p:nvSpPr>
        <p:spPr>
          <a:xfrm xmlns:a="http://schemas.openxmlformats.org/drawingml/2006/main">
            <a:off x="6019800" y="2171700"/>
            <a:ext cx="514350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C9D9EC"/>
            </a:solidFill>
            <a:prstDash val="solid"/>
          </a:ln>
        </p:spPr>
      </p:sp>
      <p:sp>
        <p:nvSpPr>
          <p:cNvPr id="13" name="problem-number-02">
            <a:extLst xmlns:a="http://schemas.openxmlformats.org/drawingml/2006/main">
              <a:ext uri="{FF2B5EF4-FFF2-40B4-BE49-F238E27FC236}">
                <a16:creationId xmlns:a16="http://schemas.microsoft.com/office/drawing/2014/main" id="{2154AD6D-D83B-4508-8B65-A1FCC2DCAC59}"/>
              </a:ext>
            </a:extLst>
          </p:cNvPr>
          <p:cNvSpPr>
            <a:spLocks xmlns:a="http://schemas.openxmlformats.org/drawingml/2006/main" noGrp="1"/>
          </p:cNvSpPr>
          <p:nvPr/>
        </p:nvSpPr>
        <p:spPr>
          <a:xfrm xmlns:a="http://schemas.openxmlformats.org/drawingml/2006/main">
            <a:off x="6219825" y="23526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563EB"/>
                </a:solidFill>
                <a:latin typeface="Arial"/>
                <a:ea typeface="Arial"/>
                <a:cs typeface="Arial"/>
              </a:defRPr>
            </a:defPPr>
            <a:lvl1pPr algn="l">
              <a:defRPr sz="1800" b="1">
                <a:solidFill>
                  <a:srgbClr val="2563EB"/>
                </a:solidFill>
                <a:latin typeface="Arial"/>
                <a:ea typeface="Arial"/>
                <a:cs typeface="Arial"/>
              </a:defRPr>
            </a:lvl1pPr>
            <a:lvl2pPr algn="l">
              <a:defRPr sz="1800" b="1">
                <a:solidFill>
                  <a:srgbClr val="2563EB"/>
                </a:solidFill>
                <a:latin typeface="Arial"/>
                <a:ea typeface="Arial"/>
                <a:cs typeface="Arial"/>
              </a:defRPr>
            </a:lvl2pPr>
            <a:lvl3pPr algn="l">
              <a:defRPr sz="1800" b="1">
                <a:solidFill>
                  <a:srgbClr val="2563EB"/>
                </a:solidFill>
                <a:latin typeface="Arial"/>
                <a:ea typeface="Arial"/>
                <a:cs typeface="Arial"/>
              </a:defRPr>
            </a:lvl3pPr>
            <a:lvl4pPr algn="l">
              <a:defRPr sz="1800" b="1">
                <a:solidFill>
                  <a:srgbClr val="2563EB"/>
                </a:solidFill>
                <a:latin typeface="Arial"/>
                <a:ea typeface="Arial"/>
                <a:cs typeface="Arial"/>
              </a:defRPr>
            </a:lvl4pPr>
            <a:lvl5pPr algn="l">
              <a:defRPr sz="1800" b="1">
                <a:solidFill>
                  <a:srgbClr val="2563EB"/>
                </a:solidFill>
                <a:latin typeface="Arial"/>
                <a:ea typeface="Arial"/>
                <a:cs typeface="Arial"/>
              </a:defRPr>
            </a:lvl5pPr>
            <a:lvl6pPr algn="l">
              <a:defRPr sz="1800" b="1">
                <a:solidFill>
                  <a:srgbClr val="2563EB"/>
                </a:solidFill>
                <a:latin typeface="Arial"/>
                <a:ea typeface="Arial"/>
                <a:cs typeface="Arial"/>
              </a:defRPr>
            </a:lvl6pPr>
            <a:lvl7pPr algn="l">
              <a:defRPr sz="1800" b="1">
                <a:solidFill>
                  <a:srgbClr val="2563EB"/>
                </a:solidFill>
                <a:latin typeface="Arial"/>
                <a:ea typeface="Arial"/>
                <a:cs typeface="Arial"/>
              </a:defRPr>
            </a:lvl7pPr>
            <a:lvl8pPr algn="l">
              <a:defRPr sz="1800" b="1">
                <a:solidFill>
                  <a:srgbClr val="2563EB"/>
                </a:solidFill>
                <a:latin typeface="Arial"/>
                <a:ea typeface="Arial"/>
                <a:cs typeface="Arial"/>
              </a:defRPr>
            </a:lvl8pPr>
            <a:lvl9pPr algn="l">
              <a:defRPr sz="1800" b="1">
                <a:solidFill>
                  <a:srgbClr val="2563EB"/>
                </a:solidFill>
                <a:latin typeface="Arial"/>
                <a:ea typeface="Arial"/>
                <a:cs typeface="Arial"/>
              </a:defRPr>
            </a:lvl9pPr>
          </a:lstStyle>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02</a:t>
            </a:r>
          </a:p>
        </p:txBody>
      </p:sp>
      <p:sp>
        <p:nvSpPr>
          <p:cNvPr id="14" name="problem-title-02">
            <a:extLst xmlns:a="http://schemas.openxmlformats.org/drawingml/2006/main">
              <a:ext uri="{FF2B5EF4-FFF2-40B4-BE49-F238E27FC236}">
                <a16:creationId xmlns:a16="http://schemas.microsoft.com/office/drawing/2014/main" id="{9B6B24BF-7209-404F-A79A-96AFE58BF055}"/>
              </a:ext>
            </a:extLst>
          </p:cNvPr>
          <p:cNvSpPr>
            <a:spLocks xmlns:a="http://schemas.openxmlformats.org/drawingml/2006/main" noGrp="1"/>
          </p:cNvSpPr>
          <p:nvPr/>
        </p:nvSpPr>
        <p:spPr>
          <a:xfrm xmlns:a="http://schemas.openxmlformats.org/drawingml/2006/main">
            <a:off x="6858000" y="237172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0B1730"/>
                </a:solidFill>
                <a:latin typeface="Arial"/>
                <a:ea typeface="Arial"/>
                <a:cs typeface="Arial"/>
              </a:defRPr>
            </a:defPPr>
            <a:lvl1pPr algn="l">
              <a:defRPr sz="1575" b="1">
                <a:solidFill>
                  <a:srgbClr val="0B1730"/>
                </a:solidFill>
                <a:latin typeface="Arial"/>
                <a:ea typeface="Arial"/>
                <a:cs typeface="Arial"/>
              </a:defRPr>
            </a:lvl1pPr>
            <a:lvl2pPr algn="l">
              <a:defRPr sz="1575" b="1">
                <a:solidFill>
                  <a:srgbClr val="0B1730"/>
                </a:solidFill>
                <a:latin typeface="Arial"/>
                <a:ea typeface="Arial"/>
                <a:cs typeface="Arial"/>
              </a:defRPr>
            </a:lvl2pPr>
            <a:lvl3pPr algn="l">
              <a:defRPr sz="1575" b="1">
                <a:solidFill>
                  <a:srgbClr val="0B1730"/>
                </a:solidFill>
                <a:latin typeface="Arial"/>
                <a:ea typeface="Arial"/>
                <a:cs typeface="Arial"/>
              </a:defRPr>
            </a:lvl3pPr>
            <a:lvl4pPr algn="l">
              <a:defRPr sz="1575" b="1">
                <a:solidFill>
                  <a:srgbClr val="0B1730"/>
                </a:solidFill>
                <a:latin typeface="Arial"/>
                <a:ea typeface="Arial"/>
                <a:cs typeface="Arial"/>
              </a:defRPr>
            </a:lvl4pPr>
            <a:lvl5pPr algn="l">
              <a:defRPr sz="1575" b="1">
                <a:solidFill>
                  <a:srgbClr val="0B1730"/>
                </a:solidFill>
                <a:latin typeface="Arial"/>
                <a:ea typeface="Arial"/>
                <a:cs typeface="Arial"/>
              </a:defRPr>
            </a:lvl5pPr>
            <a:lvl6pPr algn="l">
              <a:defRPr sz="1575" b="1">
                <a:solidFill>
                  <a:srgbClr val="0B1730"/>
                </a:solidFill>
                <a:latin typeface="Arial"/>
                <a:ea typeface="Arial"/>
                <a:cs typeface="Arial"/>
              </a:defRPr>
            </a:lvl6pPr>
            <a:lvl7pPr algn="l">
              <a:defRPr sz="1575" b="1">
                <a:solidFill>
                  <a:srgbClr val="0B1730"/>
                </a:solidFill>
                <a:latin typeface="Arial"/>
                <a:ea typeface="Arial"/>
                <a:cs typeface="Arial"/>
              </a:defRPr>
            </a:lvl7pPr>
            <a:lvl8pPr algn="l">
              <a:defRPr sz="1575" b="1">
                <a:solidFill>
                  <a:srgbClr val="0B1730"/>
                </a:solidFill>
                <a:latin typeface="Arial"/>
                <a:ea typeface="Arial"/>
                <a:cs typeface="Arial"/>
              </a:defRPr>
            </a:lvl8pPr>
            <a:lvl9pPr algn="l">
              <a:defRPr sz="1575" b="1">
                <a:solidFill>
                  <a:srgbClr val="0B1730"/>
                </a:solidFill>
                <a:latin typeface="Arial"/>
                <a:ea typeface="Arial"/>
                <a:cs typeface="Arial"/>
              </a:defRPr>
            </a:lvl9pPr>
          </a:lstStyle>
          <a:p xmlns:a="http://schemas.openxmlformats.org/drawingml/2006/main">
            <a:pPr algn="l">
              <a:defRPr sz="1575" b="1">
                <a:solidFill>
                  <a:srgbClr val="0B1730"/>
                </a:solidFill>
                <a:latin typeface="Arial"/>
                <a:ea typeface="Arial"/>
                <a:cs typeface="Arial"/>
              </a:defRPr>
            </a:pPr>
            <a:r>
              <a:rPr sz="1575" b="1">
                <a:solidFill>
                  <a:srgbClr val="0B1730"/>
                </a:solidFill>
                <a:latin typeface="Arial"/>
                <a:ea typeface="Arial"/>
                <a:cs typeface="Arial"/>
              </a:rPr>
              <a:t>Disconnected context</a:t>
            </a:r>
          </a:p>
        </p:txBody>
      </p:sp>
      <p:sp>
        <p:nvSpPr>
          <p:cNvPr id="15" name="problem-copy-02">
            <a:extLst xmlns:a="http://schemas.openxmlformats.org/drawingml/2006/main">
              <a:ext uri="{FF2B5EF4-FFF2-40B4-BE49-F238E27FC236}">
                <a16:creationId xmlns:a16="http://schemas.microsoft.com/office/drawing/2014/main" id="{094BE3A5-AAD6-407D-813B-B7FE84B47C45}"/>
              </a:ext>
            </a:extLst>
          </p:cNvPr>
          <p:cNvSpPr>
            <a:spLocks xmlns:a="http://schemas.openxmlformats.org/drawingml/2006/main" noGrp="1"/>
          </p:cNvSpPr>
          <p:nvPr/>
        </p:nvSpPr>
        <p:spPr>
          <a:xfrm xmlns:a="http://schemas.openxmlformats.org/drawingml/2006/main">
            <a:off x="6858000" y="2762250"/>
            <a:ext cx="3943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General assistants may not know what the reader owns.</a:t>
            </a:r>
          </a:p>
        </p:txBody>
      </p:sp>
      <p:sp>
        <p:nvSpPr>
          <p:cNvPr id="16" name="problem-card-03">
            <a:extLst xmlns:a="http://schemas.openxmlformats.org/drawingml/2006/main">
              <a:ext uri="{FF2B5EF4-FFF2-40B4-BE49-F238E27FC236}">
                <a16:creationId xmlns:a16="http://schemas.microsoft.com/office/drawing/2014/main" id="{ACF0E379-BB7F-4A29-AE4D-C11B505F60AA}"/>
              </a:ext>
            </a:extLst>
          </p:cNvPr>
          <p:cNvSpPr>
            <a:spLocks xmlns:a="http://schemas.openxmlformats.org/drawingml/2006/main" noGrp="1"/>
          </p:cNvSpPr>
          <p:nvPr/>
        </p:nvSpPr>
        <p:spPr>
          <a:xfrm xmlns:a="http://schemas.openxmlformats.org/drawingml/2006/main">
            <a:off x="552450" y="3800475"/>
            <a:ext cx="514350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C9D9EC"/>
            </a:solidFill>
            <a:prstDash val="solid"/>
          </a:ln>
        </p:spPr>
      </p:sp>
      <p:sp>
        <p:nvSpPr>
          <p:cNvPr id="17" name="problem-number-03">
            <a:extLst xmlns:a="http://schemas.openxmlformats.org/drawingml/2006/main">
              <a:ext uri="{FF2B5EF4-FFF2-40B4-BE49-F238E27FC236}">
                <a16:creationId xmlns:a16="http://schemas.microsoft.com/office/drawing/2014/main" id="{D2079E8F-ED7E-45D8-89A5-48B24D7B3124}"/>
              </a:ext>
            </a:extLst>
          </p:cNvPr>
          <p:cNvSpPr>
            <a:spLocks xmlns:a="http://schemas.openxmlformats.org/drawingml/2006/main" noGrp="1"/>
          </p:cNvSpPr>
          <p:nvPr/>
        </p:nvSpPr>
        <p:spPr>
          <a:xfrm xmlns:a="http://schemas.openxmlformats.org/drawingml/2006/main">
            <a:off x="752475" y="39814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563EB"/>
                </a:solidFill>
                <a:latin typeface="Arial"/>
                <a:ea typeface="Arial"/>
                <a:cs typeface="Arial"/>
              </a:defRPr>
            </a:defPPr>
            <a:lvl1pPr algn="l">
              <a:defRPr sz="1800" b="1">
                <a:solidFill>
                  <a:srgbClr val="2563EB"/>
                </a:solidFill>
                <a:latin typeface="Arial"/>
                <a:ea typeface="Arial"/>
                <a:cs typeface="Arial"/>
              </a:defRPr>
            </a:lvl1pPr>
            <a:lvl2pPr algn="l">
              <a:defRPr sz="1800" b="1">
                <a:solidFill>
                  <a:srgbClr val="2563EB"/>
                </a:solidFill>
                <a:latin typeface="Arial"/>
                <a:ea typeface="Arial"/>
                <a:cs typeface="Arial"/>
              </a:defRPr>
            </a:lvl2pPr>
            <a:lvl3pPr algn="l">
              <a:defRPr sz="1800" b="1">
                <a:solidFill>
                  <a:srgbClr val="2563EB"/>
                </a:solidFill>
                <a:latin typeface="Arial"/>
                <a:ea typeface="Arial"/>
                <a:cs typeface="Arial"/>
              </a:defRPr>
            </a:lvl3pPr>
            <a:lvl4pPr algn="l">
              <a:defRPr sz="1800" b="1">
                <a:solidFill>
                  <a:srgbClr val="2563EB"/>
                </a:solidFill>
                <a:latin typeface="Arial"/>
                <a:ea typeface="Arial"/>
                <a:cs typeface="Arial"/>
              </a:defRPr>
            </a:lvl4pPr>
            <a:lvl5pPr algn="l">
              <a:defRPr sz="1800" b="1">
                <a:solidFill>
                  <a:srgbClr val="2563EB"/>
                </a:solidFill>
                <a:latin typeface="Arial"/>
                <a:ea typeface="Arial"/>
                <a:cs typeface="Arial"/>
              </a:defRPr>
            </a:lvl5pPr>
            <a:lvl6pPr algn="l">
              <a:defRPr sz="1800" b="1">
                <a:solidFill>
                  <a:srgbClr val="2563EB"/>
                </a:solidFill>
                <a:latin typeface="Arial"/>
                <a:ea typeface="Arial"/>
                <a:cs typeface="Arial"/>
              </a:defRPr>
            </a:lvl6pPr>
            <a:lvl7pPr algn="l">
              <a:defRPr sz="1800" b="1">
                <a:solidFill>
                  <a:srgbClr val="2563EB"/>
                </a:solidFill>
                <a:latin typeface="Arial"/>
                <a:ea typeface="Arial"/>
                <a:cs typeface="Arial"/>
              </a:defRPr>
            </a:lvl7pPr>
            <a:lvl8pPr algn="l">
              <a:defRPr sz="1800" b="1">
                <a:solidFill>
                  <a:srgbClr val="2563EB"/>
                </a:solidFill>
                <a:latin typeface="Arial"/>
                <a:ea typeface="Arial"/>
                <a:cs typeface="Arial"/>
              </a:defRPr>
            </a:lvl8pPr>
            <a:lvl9pPr algn="l">
              <a:defRPr sz="1800" b="1">
                <a:solidFill>
                  <a:srgbClr val="2563EB"/>
                </a:solidFill>
                <a:latin typeface="Arial"/>
                <a:ea typeface="Arial"/>
                <a:cs typeface="Arial"/>
              </a:defRPr>
            </a:lvl9pPr>
          </a:lstStyle>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03</a:t>
            </a:r>
          </a:p>
        </p:txBody>
      </p:sp>
      <p:sp>
        <p:nvSpPr>
          <p:cNvPr id="18" name="problem-title-03">
            <a:extLst xmlns:a="http://schemas.openxmlformats.org/drawingml/2006/main">
              <a:ext uri="{FF2B5EF4-FFF2-40B4-BE49-F238E27FC236}">
                <a16:creationId xmlns:a16="http://schemas.microsoft.com/office/drawing/2014/main" id="{CB4A17CE-BA69-4A8B-BB60-23A28F75FBA1}"/>
              </a:ext>
            </a:extLst>
          </p:cNvPr>
          <p:cNvSpPr>
            <a:spLocks xmlns:a="http://schemas.openxmlformats.org/drawingml/2006/main" noGrp="1"/>
          </p:cNvSpPr>
          <p:nvPr/>
        </p:nvSpPr>
        <p:spPr>
          <a:xfrm xmlns:a="http://schemas.openxmlformats.org/drawingml/2006/main">
            <a:off x="1390650" y="40005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0B1730"/>
                </a:solidFill>
                <a:latin typeface="Arial"/>
                <a:ea typeface="Arial"/>
                <a:cs typeface="Arial"/>
              </a:defRPr>
            </a:defPPr>
            <a:lvl1pPr algn="l">
              <a:defRPr sz="1575" b="1">
                <a:solidFill>
                  <a:srgbClr val="0B1730"/>
                </a:solidFill>
                <a:latin typeface="Arial"/>
                <a:ea typeface="Arial"/>
                <a:cs typeface="Arial"/>
              </a:defRPr>
            </a:lvl1pPr>
            <a:lvl2pPr algn="l">
              <a:defRPr sz="1575" b="1">
                <a:solidFill>
                  <a:srgbClr val="0B1730"/>
                </a:solidFill>
                <a:latin typeface="Arial"/>
                <a:ea typeface="Arial"/>
                <a:cs typeface="Arial"/>
              </a:defRPr>
            </a:lvl2pPr>
            <a:lvl3pPr algn="l">
              <a:defRPr sz="1575" b="1">
                <a:solidFill>
                  <a:srgbClr val="0B1730"/>
                </a:solidFill>
                <a:latin typeface="Arial"/>
                <a:ea typeface="Arial"/>
                <a:cs typeface="Arial"/>
              </a:defRPr>
            </a:lvl3pPr>
            <a:lvl4pPr algn="l">
              <a:defRPr sz="1575" b="1">
                <a:solidFill>
                  <a:srgbClr val="0B1730"/>
                </a:solidFill>
                <a:latin typeface="Arial"/>
                <a:ea typeface="Arial"/>
                <a:cs typeface="Arial"/>
              </a:defRPr>
            </a:lvl4pPr>
            <a:lvl5pPr algn="l">
              <a:defRPr sz="1575" b="1">
                <a:solidFill>
                  <a:srgbClr val="0B1730"/>
                </a:solidFill>
                <a:latin typeface="Arial"/>
                <a:ea typeface="Arial"/>
                <a:cs typeface="Arial"/>
              </a:defRPr>
            </a:lvl5pPr>
            <a:lvl6pPr algn="l">
              <a:defRPr sz="1575" b="1">
                <a:solidFill>
                  <a:srgbClr val="0B1730"/>
                </a:solidFill>
                <a:latin typeface="Arial"/>
                <a:ea typeface="Arial"/>
                <a:cs typeface="Arial"/>
              </a:defRPr>
            </a:lvl6pPr>
            <a:lvl7pPr algn="l">
              <a:defRPr sz="1575" b="1">
                <a:solidFill>
                  <a:srgbClr val="0B1730"/>
                </a:solidFill>
                <a:latin typeface="Arial"/>
                <a:ea typeface="Arial"/>
                <a:cs typeface="Arial"/>
              </a:defRPr>
            </a:lvl7pPr>
            <a:lvl8pPr algn="l">
              <a:defRPr sz="1575" b="1">
                <a:solidFill>
                  <a:srgbClr val="0B1730"/>
                </a:solidFill>
                <a:latin typeface="Arial"/>
                <a:ea typeface="Arial"/>
                <a:cs typeface="Arial"/>
              </a:defRPr>
            </a:lvl8pPr>
            <a:lvl9pPr algn="l">
              <a:defRPr sz="1575" b="1">
                <a:solidFill>
                  <a:srgbClr val="0B1730"/>
                </a:solidFill>
                <a:latin typeface="Arial"/>
                <a:ea typeface="Arial"/>
                <a:cs typeface="Arial"/>
              </a:defRPr>
            </a:lvl9pPr>
          </a:lstStyle>
          <a:p xmlns:a="http://schemas.openxmlformats.org/drawingml/2006/main">
            <a:pPr algn="l">
              <a:defRPr sz="1575" b="1">
                <a:solidFill>
                  <a:srgbClr val="0B1730"/>
                </a:solidFill>
                <a:latin typeface="Arial"/>
                <a:ea typeface="Arial"/>
                <a:cs typeface="Arial"/>
              </a:defRPr>
            </a:pPr>
            <a:r>
              <a:rPr sz="1575" b="1">
                <a:solidFill>
                  <a:srgbClr val="0B1730"/>
                </a:solidFill>
                <a:latin typeface="Arial"/>
                <a:ea typeface="Arial"/>
                <a:cs typeface="Arial"/>
              </a:rPr>
              <a:t>Scattered progress</a:t>
            </a:r>
          </a:p>
        </p:txBody>
      </p:sp>
      <p:sp>
        <p:nvSpPr>
          <p:cNvPr id="19" name="problem-copy-03">
            <a:extLst xmlns:a="http://schemas.openxmlformats.org/drawingml/2006/main">
              <a:ext uri="{FF2B5EF4-FFF2-40B4-BE49-F238E27FC236}">
                <a16:creationId xmlns:a16="http://schemas.microsoft.com/office/drawing/2014/main" id="{FB3E2F96-86BA-42DE-8D03-2844EC673934}"/>
              </a:ext>
            </a:extLst>
          </p:cNvPr>
          <p:cNvSpPr>
            <a:spLocks xmlns:a="http://schemas.openxmlformats.org/drawingml/2006/main" noGrp="1"/>
          </p:cNvSpPr>
          <p:nvPr/>
        </p:nvSpPr>
        <p:spPr>
          <a:xfrm xmlns:a="http://schemas.openxmlformats.org/drawingml/2006/main">
            <a:off x="1390650" y="4391025"/>
            <a:ext cx="3943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Current reads, ratings, and notes are hard to keep together.</a:t>
            </a:r>
          </a:p>
        </p:txBody>
      </p:sp>
      <p:sp>
        <p:nvSpPr>
          <p:cNvPr id="20" name="problem-card-04">
            <a:extLst xmlns:a="http://schemas.openxmlformats.org/drawingml/2006/main">
              <a:ext uri="{FF2B5EF4-FFF2-40B4-BE49-F238E27FC236}">
                <a16:creationId xmlns:a16="http://schemas.microsoft.com/office/drawing/2014/main" id="{1F0B2E04-1F81-4823-A90C-FBC7AE0AF395}"/>
              </a:ext>
            </a:extLst>
          </p:cNvPr>
          <p:cNvSpPr>
            <a:spLocks xmlns:a="http://schemas.openxmlformats.org/drawingml/2006/main" noGrp="1"/>
          </p:cNvSpPr>
          <p:nvPr/>
        </p:nvSpPr>
        <p:spPr>
          <a:xfrm xmlns:a="http://schemas.openxmlformats.org/drawingml/2006/main">
            <a:off x="6019800" y="3800475"/>
            <a:ext cx="514350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C9D9EC"/>
            </a:solidFill>
            <a:prstDash val="solid"/>
          </a:ln>
        </p:spPr>
      </p:sp>
      <p:sp>
        <p:nvSpPr>
          <p:cNvPr id="21" name="problem-number-04">
            <a:extLst xmlns:a="http://schemas.openxmlformats.org/drawingml/2006/main">
              <a:ext uri="{FF2B5EF4-FFF2-40B4-BE49-F238E27FC236}">
                <a16:creationId xmlns:a16="http://schemas.microsoft.com/office/drawing/2014/main" id="{C41772D1-5A88-4E64-98FE-1299CBCD2737}"/>
              </a:ext>
            </a:extLst>
          </p:cNvPr>
          <p:cNvSpPr>
            <a:spLocks xmlns:a="http://schemas.openxmlformats.org/drawingml/2006/main" noGrp="1"/>
          </p:cNvSpPr>
          <p:nvPr/>
        </p:nvSpPr>
        <p:spPr>
          <a:xfrm xmlns:a="http://schemas.openxmlformats.org/drawingml/2006/main">
            <a:off x="6219825" y="39814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563EB"/>
                </a:solidFill>
                <a:latin typeface="Arial"/>
                <a:ea typeface="Arial"/>
                <a:cs typeface="Arial"/>
              </a:defRPr>
            </a:defPPr>
            <a:lvl1pPr algn="l">
              <a:defRPr sz="1800" b="1">
                <a:solidFill>
                  <a:srgbClr val="2563EB"/>
                </a:solidFill>
                <a:latin typeface="Arial"/>
                <a:ea typeface="Arial"/>
                <a:cs typeface="Arial"/>
              </a:defRPr>
            </a:lvl1pPr>
            <a:lvl2pPr algn="l">
              <a:defRPr sz="1800" b="1">
                <a:solidFill>
                  <a:srgbClr val="2563EB"/>
                </a:solidFill>
                <a:latin typeface="Arial"/>
                <a:ea typeface="Arial"/>
                <a:cs typeface="Arial"/>
              </a:defRPr>
            </a:lvl2pPr>
            <a:lvl3pPr algn="l">
              <a:defRPr sz="1800" b="1">
                <a:solidFill>
                  <a:srgbClr val="2563EB"/>
                </a:solidFill>
                <a:latin typeface="Arial"/>
                <a:ea typeface="Arial"/>
                <a:cs typeface="Arial"/>
              </a:defRPr>
            </a:lvl3pPr>
            <a:lvl4pPr algn="l">
              <a:defRPr sz="1800" b="1">
                <a:solidFill>
                  <a:srgbClr val="2563EB"/>
                </a:solidFill>
                <a:latin typeface="Arial"/>
                <a:ea typeface="Arial"/>
                <a:cs typeface="Arial"/>
              </a:defRPr>
            </a:lvl4pPr>
            <a:lvl5pPr algn="l">
              <a:defRPr sz="1800" b="1">
                <a:solidFill>
                  <a:srgbClr val="2563EB"/>
                </a:solidFill>
                <a:latin typeface="Arial"/>
                <a:ea typeface="Arial"/>
                <a:cs typeface="Arial"/>
              </a:defRPr>
            </a:lvl5pPr>
            <a:lvl6pPr algn="l">
              <a:defRPr sz="1800" b="1">
                <a:solidFill>
                  <a:srgbClr val="2563EB"/>
                </a:solidFill>
                <a:latin typeface="Arial"/>
                <a:ea typeface="Arial"/>
                <a:cs typeface="Arial"/>
              </a:defRPr>
            </a:lvl6pPr>
            <a:lvl7pPr algn="l">
              <a:defRPr sz="1800" b="1">
                <a:solidFill>
                  <a:srgbClr val="2563EB"/>
                </a:solidFill>
                <a:latin typeface="Arial"/>
                <a:ea typeface="Arial"/>
                <a:cs typeface="Arial"/>
              </a:defRPr>
            </a:lvl7pPr>
            <a:lvl8pPr algn="l">
              <a:defRPr sz="1800" b="1">
                <a:solidFill>
                  <a:srgbClr val="2563EB"/>
                </a:solidFill>
                <a:latin typeface="Arial"/>
                <a:ea typeface="Arial"/>
                <a:cs typeface="Arial"/>
              </a:defRPr>
            </a:lvl8pPr>
            <a:lvl9pPr algn="l">
              <a:defRPr sz="1800" b="1">
                <a:solidFill>
                  <a:srgbClr val="2563EB"/>
                </a:solidFill>
                <a:latin typeface="Arial"/>
                <a:ea typeface="Arial"/>
                <a:cs typeface="Arial"/>
              </a:defRPr>
            </a:lvl9pPr>
          </a:lstStyle>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04</a:t>
            </a:r>
          </a:p>
        </p:txBody>
      </p:sp>
      <p:sp>
        <p:nvSpPr>
          <p:cNvPr id="22" name="problem-title-04">
            <a:extLst xmlns:a="http://schemas.openxmlformats.org/drawingml/2006/main">
              <a:ext uri="{FF2B5EF4-FFF2-40B4-BE49-F238E27FC236}">
                <a16:creationId xmlns:a16="http://schemas.microsoft.com/office/drawing/2014/main" id="{E684FC49-BBE3-461C-85A3-72324577E3CC}"/>
              </a:ext>
            </a:extLst>
          </p:cNvPr>
          <p:cNvSpPr>
            <a:spLocks xmlns:a="http://schemas.openxmlformats.org/drawingml/2006/main" noGrp="1"/>
          </p:cNvSpPr>
          <p:nvPr/>
        </p:nvSpPr>
        <p:spPr>
          <a:xfrm xmlns:a="http://schemas.openxmlformats.org/drawingml/2006/main">
            <a:off x="6858000" y="40005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0B1730"/>
                </a:solidFill>
                <a:latin typeface="Arial"/>
                <a:ea typeface="Arial"/>
                <a:cs typeface="Arial"/>
              </a:defRPr>
            </a:defPPr>
            <a:lvl1pPr algn="l">
              <a:defRPr sz="1575" b="1">
                <a:solidFill>
                  <a:srgbClr val="0B1730"/>
                </a:solidFill>
                <a:latin typeface="Arial"/>
                <a:ea typeface="Arial"/>
                <a:cs typeface="Arial"/>
              </a:defRPr>
            </a:lvl1pPr>
            <a:lvl2pPr algn="l">
              <a:defRPr sz="1575" b="1">
                <a:solidFill>
                  <a:srgbClr val="0B1730"/>
                </a:solidFill>
                <a:latin typeface="Arial"/>
                <a:ea typeface="Arial"/>
                <a:cs typeface="Arial"/>
              </a:defRPr>
            </a:lvl2pPr>
            <a:lvl3pPr algn="l">
              <a:defRPr sz="1575" b="1">
                <a:solidFill>
                  <a:srgbClr val="0B1730"/>
                </a:solidFill>
                <a:latin typeface="Arial"/>
                <a:ea typeface="Arial"/>
                <a:cs typeface="Arial"/>
              </a:defRPr>
            </a:lvl3pPr>
            <a:lvl4pPr algn="l">
              <a:defRPr sz="1575" b="1">
                <a:solidFill>
                  <a:srgbClr val="0B1730"/>
                </a:solidFill>
                <a:latin typeface="Arial"/>
                <a:ea typeface="Arial"/>
                <a:cs typeface="Arial"/>
              </a:defRPr>
            </a:lvl4pPr>
            <a:lvl5pPr algn="l">
              <a:defRPr sz="1575" b="1">
                <a:solidFill>
                  <a:srgbClr val="0B1730"/>
                </a:solidFill>
                <a:latin typeface="Arial"/>
                <a:ea typeface="Arial"/>
                <a:cs typeface="Arial"/>
              </a:defRPr>
            </a:lvl5pPr>
            <a:lvl6pPr algn="l">
              <a:defRPr sz="1575" b="1">
                <a:solidFill>
                  <a:srgbClr val="0B1730"/>
                </a:solidFill>
                <a:latin typeface="Arial"/>
                <a:ea typeface="Arial"/>
                <a:cs typeface="Arial"/>
              </a:defRPr>
            </a:lvl6pPr>
            <a:lvl7pPr algn="l">
              <a:defRPr sz="1575" b="1">
                <a:solidFill>
                  <a:srgbClr val="0B1730"/>
                </a:solidFill>
                <a:latin typeface="Arial"/>
                <a:ea typeface="Arial"/>
                <a:cs typeface="Arial"/>
              </a:defRPr>
            </a:lvl7pPr>
            <a:lvl8pPr algn="l">
              <a:defRPr sz="1575" b="1">
                <a:solidFill>
                  <a:srgbClr val="0B1730"/>
                </a:solidFill>
                <a:latin typeface="Arial"/>
                <a:ea typeface="Arial"/>
                <a:cs typeface="Arial"/>
              </a:defRPr>
            </a:lvl8pPr>
            <a:lvl9pPr algn="l">
              <a:defRPr sz="1575" b="1">
                <a:solidFill>
                  <a:srgbClr val="0B1730"/>
                </a:solidFill>
                <a:latin typeface="Arial"/>
                <a:ea typeface="Arial"/>
                <a:cs typeface="Arial"/>
              </a:defRPr>
            </a:lvl9pPr>
          </a:lstStyle>
          <a:p xmlns:a="http://schemas.openxmlformats.org/drawingml/2006/main">
            <a:pPr algn="l">
              <a:defRPr sz="1575" b="1">
                <a:solidFill>
                  <a:srgbClr val="0B1730"/>
                </a:solidFill>
                <a:latin typeface="Arial"/>
                <a:ea typeface="Arial"/>
                <a:cs typeface="Arial"/>
              </a:defRPr>
            </a:pPr>
            <a:r>
              <a:rPr sz="1575" b="1">
                <a:solidFill>
                  <a:srgbClr val="0B1730"/>
                </a:solidFill>
                <a:latin typeface="Arial"/>
                <a:ea typeface="Arial"/>
                <a:cs typeface="Arial"/>
              </a:rPr>
              <a:t>Repeated discovery</a:t>
            </a:r>
          </a:p>
        </p:txBody>
      </p:sp>
      <p:sp>
        <p:nvSpPr>
          <p:cNvPr id="23" name="problem-copy-04">
            <a:extLst xmlns:a="http://schemas.openxmlformats.org/drawingml/2006/main">
              <a:ext uri="{FF2B5EF4-FFF2-40B4-BE49-F238E27FC236}">
                <a16:creationId xmlns:a16="http://schemas.microsoft.com/office/drawing/2014/main" id="{C74899FD-F767-4DD9-9257-76FFF340D01E}"/>
              </a:ext>
            </a:extLst>
          </p:cNvPr>
          <p:cNvSpPr>
            <a:spLocks xmlns:a="http://schemas.openxmlformats.org/drawingml/2006/main" noGrp="1"/>
          </p:cNvSpPr>
          <p:nvPr/>
        </p:nvSpPr>
        <p:spPr>
          <a:xfrm xmlns:a="http://schemas.openxmlformats.org/drawingml/2006/main">
            <a:off x="6858000" y="4391025"/>
            <a:ext cx="3943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Readers want suggestions shaped by their actual history.</a:t>
            </a:r>
          </a:p>
        </p:txBody>
      </p:sp>
      <p:sp>
        <p:nvSpPr>
          <p:cNvPr id="24" name="problem-bottom">
            <a:extLst xmlns:a="http://schemas.openxmlformats.org/drawingml/2006/main">
              <a:ext uri="{FF2B5EF4-FFF2-40B4-BE49-F238E27FC236}">
                <a16:creationId xmlns:a16="http://schemas.microsoft.com/office/drawing/2014/main" id="{A89954D3-ECF0-4545-BA09-397D2FAFACBF}"/>
              </a:ext>
            </a:extLst>
          </p:cNvPr>
          <p:cNvSpPr>
            <a:spLocks xmlns:a="http://schemas.openxmlformats.org/drawingml/2006/main" noGrp="1"/>
          </p:cNvSpPr>
          <p:nvPr/>
        </p:nvSpPr>
        <p:spPr>
          <a:xfrm xmlns:a="http://schemas.openxmlformats.org/drawingml/2006/main">
            <a:off x="552450" y="55530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Need: one conversational assistant grounded in both personal library data and catalog metadata.</a:t>
            </a:r>
          </a:p>
        </p:txBody>
      </p:sp>
    </p:spTree>
    <p:extLst>
      <p:ext uri="{BB962C8B-B14F-4D97-AF65-F5344CB8AC3E}">
        <p14:creationId xmlns:p14="http://schemas.microsoft.com/office/powerpoint/2010/main" val="632876257"/>
      </p:ext>
    </p:extLst>
  </p:cSld>
</p:sld>
</file>

<file path=ppt/slides/slide3.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37" name="top-accent">
            <a:extLst xmlns:a="http://schemas.openxmlformats.org/drawingml/2006/main">
              <a:ext uri="{FF2B5EF4-FFF2-40B4-BE49-F238E27FC236}">
                <a16:creationId xmlns:a16="http://schemas.microsoft.com/office/drawing/2014/main" id="{67CE2D06-9028-46AF-B0F7-3B83513A17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64C9CCB4-5AB3-4C71-A13F-7A10A775E92B}"/>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PROPOSED SOLUTION</a:t>
            </a:r>
          </a:p>
        </p:txBody>
      </p:sp>
      <p:sp>
        <p:nvSpPr>
          <p:cNvPr id="3" name="slide-title">
            <a:extLst xmlns:a="http://schemas.openxmlformats.org/drawingml/2006/main">
              <a:ext uri="{FF2B5EF4-FFF2-40B4-BE49-F238E27FC236}">
                <a16:creationId xmlns:a16="http://schemas.microsoft.com/office/drawing/2014/main" id="{218E8734-E31E-48A2-9C7C-506A78EBE9F6}"/>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A conversational reading companion</a:t>
            </a:r>
          </a:p>
        </p:txBody>
      </p:sp>
      <p:sp>
        <p:nvSpPr>
          <p:cNvPr id="4" name="footer-line">
            <a:extLst xmlns:a="http://schemas.openxmlformats.org/drawingml/2006/main">
              <a:ext uri="{FF2B5EF4-FFF2-40B4-BE49-F238E27FC236}">
                <a16:creationId xmlns:a16="http://schemas.microsoft.com/office/drawing/2014/main" id="{743272BD-212F-49CA-BD0C-61313A57BE87}"/>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0E7B2CFE-DD3C-4791-9F5F-C4501442A091}"/>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EF873263-4BBE-43D4-B31D-91824F7F5F64}"/>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03</a:t>
            </a:r>
          </a:p>
        </p:txBody>
      </p:sp>
      <p:sp>
        <p:nvSpPr>
          <p:cNvPr id="7" name="solution-lede">
            <a:extLst xmlns:a="http://schemas.openxmlformats.org/drawingml/2006/main">
              <a:ext uri="{FF2B5EF4-FFF2-40B4-BE49-F238E27FC236}">
                <a16:creationId xmlns:a16="http://schemas.microsoft.com/office/drawing/2014/main" id="{0AF7174D-284B-41BC-8C99-774FBD37E7C5}"/>
              </a:ext>
            </a:extLst>
          </p:cNvPr>
          <p:cNvSpPr>
            <a:spLocks xmlns:a="http://schemas.openxmlformats.org/drawingml/2006/main" noGrp="1"/>
          </p:cNvSpPr>
          <p:nvPr/>
        </p:nvSpPr>
        <p:spPr>
          <a:xfrm xmlns:a="http://schemas.openxmlformats.org/drawingml/2006/main">
            <a:off x="552450" y="1362075"/>
            <a:ext cx="10620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2647E"/>
                </a:solidFill>
                <a:latin typeface="Arial"/>
                <a:ea typeface="Arial"/>
                <a:cs typeface="Arial"/>
              </a:defRPr>
            </a:defPPr>
            <a:lvl1pPr algn="l">
              <a:defRPr sz="1500" b="0">
                <a:solidFill>
                  <a:srgbClr val="52647E"/>
                </a:solidFill>
                <a:latin typeface="Arial"/>
                <a:ea typeface="Arial"/>
                <a:cs typeface="Arial"/>
              </a:defRPr>
            </a:lvl1pPr>
            <a:lvl2pPr algn="l">
              <a:defRPr sz="1500" b="0">
                <a:solidFill>
                  <a:srgbClr val="52647E"/>
                </a:solidFill>
                <a:latin typeface="Arial"/>
                <a:ea typeface="Arial"/>
                <a:cs typeface="Arial"/>
              </a:defRPr>
            </a:lvl2pPr>
            <a:lvl3pPr algn="l">
              <a:defRPr sz="1500" b="0">
                <a:solidFill>
                  <a:srgbClr val="52647E"/>
                </a:solidFill>
                <a:latin typeface="Arial"/>
                <a:ea typeface="Arial"/>
                <a:cs typeface="Arial"/>
              </a:defRPr>
            </a:lvl3pPr>
            <a:lvl4pPr algn="l">
              <a:defRPr sz="1500" b="0">
                <a:solidFill>
                  <a:srgbClr val="52647E"/>
                </a:solidFill>
                <a:latin typeface="Arial"/>
                <a:ea typeface="Arial"/>
                <a:cs typeface="Arial"/>
              </a:defRPr>
            </a:lvl4pPr>
            <a:lvl5pPr algn="l">
              <a:defRPr sz="1500" b="0">
                <a:solidFill>
                  <a:srgbClr val="52647E"/>
                </a:solidFill>
                <a:latin typeface="Arial"/>
                <a:ea typeface="Arial"/>
                <a:cs typeface="Arial"/>
              </a:defRPr>
            </a:lvl5pPr>
            <a:lvl6pPr algn="l">
              <a:defRPr sz="1500" b="0">
                <a:solidFill>
                  <a:srgbClr val="52647E"/>
                </a:solidFill>
                <a:latin typeface="Arial"/>
                <a:ea typeface="Arial"/>
                <a:cs typeface="Arial"/>
              </a:defRPr>
            </a:lvl6pPr>
            <a:lvl7pPr algn="l">
              <a:defRPr sz="1500" b="0">
                <a:solidFill>
                  <a:srgbClr val="52647E"/>
                </a:solidFill>
                <a:latin typeface="Arial"/>
                <a:ea typeface="Arial"/>
                <a:cs typeface="Arial"/>
              </a:defRPr>
            </a:lvl7pPr>
            <a:lvl8pPr algn="l">
              <a:defRPr sz="1500" b="0">
                <a:solidFill>
                  <a:srgbClr val="52647E"/>
                </a:solidFill>
                <a:latin typeface="Arial"/>
                <a:ea typeface="Arial"/>
                <a:cs typeface="Arial"/>
              </a:defRPr>
            </a:lvl8pPr>
            <a:lvl9pPr algn="l">
              <a:defRPr sz="1500" b="0">
                <a:solidFill>
                  <a:srgbClr val="52647E"/>
                </a:solidFill>
                <a:latin typeface="Arial"/>
                <a:ea typeface="Arial"/>
                <a:cs typeface="Arial"/>
              </a:defRPr>
            </a:lvl9pPr>
          </a:lstStyle>
          <a:p xmlns:a="http://schemas.openxmlformats.org/drawingml/2006/main">
            <a:pPr algn="l">
              <a:defRPr sz="1500" b="0">
                <a:solidFill>
                  <a:srgbClr val="52647E"/>
                </a:solidFill>
                <a:latin typeface="Arial"/>
                <a:ea typeface="Arial"/>
                <a:cs typeface="Arial"/>
              </a:defRPr>
            </a:pPr>
            <a:r>
              <a:rPr sz="1500" b="0">
                <a:solidFill>
                  <a:srgbClr val="52647E"/>
                </a:solidFill>
                <a:latin typeface="Arial"/>
                <a:ea typeface="Arial"/>
                <a:cs typeface="Arial"/>
              </a:rPr>
              <a:t>The agent interprets a request, selects tools, combines results, and replies in natural language.</a:t>
            </a:r>
          </a:p>
        </p:txBody>
      </p:sp>
      <p:sp>
        <p:nvSpPr>
          <p:cNvPr id="8" name="workflow-0">
            <a:extLst xmlns:a="http://schemas.openxmlformats.org/drawingml/2006/main">
              <a:ext uri="{FF2B5EF4-FFF2-40B4-BE49-F238E27FC236}">
                <a16:creationId xmlns:a16="http://schemas.microsoft.com/office/drawing/2014/main" id="{52A0B08E-0A85-4704-9B6A-AD8804C6F0DB}"/>
              </a:ext>
            </a:extLst>
          </p:cNvPr>
          <p:cNvSpPr>
            <a:spLocks xmlns:a="http://schemas.openxmlformats.org/drawingml/2006/main" noGrp="1"/>
          </p:cNvSpPr>
          <p:nvPr/>
        </p:nvSpPr>
        <p:spPr>
          <a:xfrm xmlns:a="http://schemas.openxmlformats.org/drawingml/2006/main">
            <a:off x="552450" y="2447925"/>
            <a:ext cx="1714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9D9EC"/>
            </a:solidFill>
            <a:prstDash val="solid"/>
          </a:ln>
        </p:spPr>
      </p:sp>
      <p:sp>
        <p:nvSpPr>
          <p:cNvPr id="9" name="workflow-title-0">
            <a:extLst xmlns:a="http://schemas.openxmlformats.org/drawingml/2006/main">
              <a:ext uri="{FF2B5EF4-FFF2-40B4-BE49-F238E27FC236}">
                <a16:creationId xmlns:a16="http://schemas.microsoft.com/office/drawing/2014/main" id="{9087BC2A-6FBF-4BF0-B52E-3CD75277C0EB}"/>
              </a:ext>
            </a:extLst>
          </p:cNvPr>
          <p:cNvSpPr>
            <a:spLocks xmlns:a="http://schemas.openxmlformats.org/drawingml/2006/main" noGrp="1"/>
          </p:cNvSpPr>
          <p:nvPr/>
        </p:nvSpPr>
        <p:spPr>
          <a:xfrm xmlns:a="http://schemas.openxmlformats.org/drawingml/2006/main">
            <a:off x="685800" y="26860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0B1730"/>
                </a:solidFill>
                <a:latin typeface="Arial"/>
                <a:ea typeface="Arial"/>
                <a:cs typeface="Arial"/>
              </a:defRPr>
            </a:defPPr>
            <a:lvl1pPr algn="ctr">
              <a:defRPr sz="1425" b="1">
                <a:solidFill>
                  <a:srgbClr val="0B1730"/>
                </a:solidFill>
                <a:latin typeface="Arial"/>
                <a:ea typeface="Arial"/>
                <a:cs typeface="Arial"/>
              </a:defRPr>
            </a:lvl1pPr>
            <a:lvl2pPr algn="ctr">
              <a:defRPr sz="1425" b="1">
                <a:solidFill>
                  <a:srgbClr val="0B1730"/>
                </a:solidFill>
                <a:latin typeface="Arial"/>
                <a:ea typeface="Arial"/>
                <a:cs typeface="Arial"/>
              </a:defRPr>
            </a:lvl2pPr>
            <a:lvl3pPr algn="ctr">
              <a:defRPr sz="1425" b="1">
                <a:solidFill>
                  <a:srgbClr val="0B1730"/>
                </a:solidFill>
                <a:latin typeface="Arial"/>
                <a:ea typeface="Arial"/>
                <a:cs typeface="Arial"/>
              </a:defRPr>
            </a:lvl3pPr>
            <a:lvl4pPr algn="ctr">
              <a:defRPr sz="1425" b="1">
                <a:solidFill>
                  <a:srgbClr val="0B1730"/>
                </a:solidFill>
                <a:latin typeface="Arial"/>
                <a:ea typeface="Arial"/>
                <a:cs typeface="Arial"/>
              </a:defRPr>
            </a:lvl4pPr>
            <a:lvl5pPr algn="ctr">
              <a:defRPr sz="1425" b="1">
                <a:solidFill>
                  <a:srgbClr val="0B1730"/>
                </a:solidFill>
                <a:latin typeface="Arial"/>
                <a:ea typeface="Arial"/>
                <a:cs typeface="Arial"/>
              </a:defRPr>
            </a:lvl5pPr>
            <a:lvl6pPr algn="ctr">
              <a:defRPr sz="1425" b="1">
                <a:solidFill>
                  <a:srgbClr val="0B1730"/>
                </a:solidFill>
                <a:latin typeface="Arial"/>
                <a:ea typeface="Arial"/>
                <a:cs typeface="Arial"/>
              </a:defRPr>
            </a:lvl6pPr>
            <a:lvl7pPr algn="ctr">
              <a:defRPr sz="1425" b="1">
                <a:solidFill>
                  <a:srgbClr val="0B1730"/>
                </a:solidFill>
                <a:latin typeface="Arial"/>
                <a:ea typeface="Arial"/>
                <a:cs typeface="Arial"/>
              </a:defRPr>
            </a:lvl7pPr>
            <a:lvl8pPr algn="ctr">
              <a:defRPr sz="1425" b="1">
                <a:solidFill>
                  <a:srgbClr val="0B1730"/>
                </a:solidFill>
                <a:latin typeface="Arial"/>
                <a:ea typeface="Arial"/>
                <a:cs typeface="Arial"/>
              </a:defRPr>
            </a:lvl8pPr>
            <a:lvl9pPr algn="ctr">
              <a:defRPr sz="1425" b="1">
                <a:solidFill>
                  <a:srgbClr val="0B1730"/>
                </a:solidFill>
                <a:latin typeface="Arial"/>
                <a:ea typeface="Arial"/>
                <a:cs typeface="Arial"/>
              </a:defRPr>
            </a:lvl9pPr>
          </a:lstStyle>
          <a:p xmlns:a="http://schemas.openxmlformats.org/drawingml/2006/main">
            <a:pPr algn="ctr">
              <a:defRPr sz="1425" b="1">
                <a:solidFill>
                  <a:srgbClr val="0B1730"/>
                </a:solidFill>
                <a:latin typeface="Arial"/>
                <a:ea typeface="Arial"/>
                <a:cs typeface="Arial"/>
              </a:defRPr>
            </a:pPr>
            <a:r>
              <a:rPr sz="1425" b="1">
                <a:solidFill>
                  <a:srgbClr val="0B1730"/>
                </a:solidFill>
                <a:latin typeface="Arial"/>
                <a:ea typeface="Arial"/>
                <a:cs typeface="Arial"/>
              </a:rPr>
              <a:t>Reader</a:t>
            </a:r>
          </a:p>
        </p:txBody>
      </p:sp>
      <p:sp>
        <p:nvSpPr>
          <p:cNvPr id="10" name="workflow-body-0">
            <a:extLst xmlns:a="http://schemas.openxmlformats.org/drawingml/2006/main">
              <a:ext uri="{FF2B5EF4-FFF2-40B4-BE49-F238E27FC236}">
                <a16:creationId xmlns:a16="http://schemas.microsoft.com/office/drawing/2014/main" id="{901B44D5-620C-43C6-A1FA-2CED7B281B35}"/>
              </a:ext>
            </a:extLst>
          </p:cNvPr>
          <p:cNvSpPr>
            <a:spLocks xmlns:a="http://schemas.openxmlformats.org/drawingml/2006/main" noGrp="1"/>
          </p:cNvSpPr>
          <p:nvPr/>
        </p:nvSpPr>
        <p:spPr>
          <a:xfrm xmlns:a="http://schemas.openxmlformats.org/drawingml/2006/main">
            <a:off x="695325" y="3076575"/>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a:solidFill>
                  <a:srgbClr val="52647E"/>
                </a:solidFill>
                <a:latin typeface="Arial"/>
                <a:ea typeface="Arial"/>
                <a:cs typeface="Arial"/>
              </a:defRPr>
            </a:defPPr>
            <a:lvl1pPr algn="ctr">
              <a:defRPr sz="1125" b="0">
                <a:solidFill>
                  <a:srgbClr val="52647E"/>
                </a:solidFill>
                <a:latin typeface="Arial"/>
                <a:ea typeface="Arial"/>
                <a:cs typeface="Arial"/>
              </a:defRPr>
            </a:lvl1pPr>
            <a:lvl2pPr algn="ctr">
              <a:defRPr sz="1125" b="0">
                <a:solidFill>
                  <a:srgbClr val="52647E"/>
                </a:solidFill>
                <a:latin typeface="Arial"/>
                <a:ea typeface="Arial"/>
                <a:cs typeface="Arial"/>
              </a:defRPr>
            </a:lvl2pPr>
            <a:lvl3pPr algn="ctr">
              <a:defRPr sz="1125" b="0">
                <a:solidFill>
                  <a:srgbClr val="52647E"/>
                </a:solidFill>
                <a:latin typeface="Arial"/>
                <a:ea typeface="Arial"/>
                <a:cs typeface="Arial"/>
              </a:defRPr>
            </a:lvl3pPr>
            <a:lvl4pPr algn="ctr">
              <a:defRPr sz="1125" b="0">
                <a:solidFill>
                  <a:srgbClr val="52647E"/>
                </a:solidFill>
                <a:latin typeface="Arial"/>
                <a:ea typeface="Arial"/>
                <a:cs typeface="Arial"/>
              </a:defRPr>
            </a:lvl4pPr>
            <a:lvl5pPr algn="ctr">
              <a:defRPr sz="1125" b="0">
                <a:solidFill>
                  <a:srgbClr val="52647E"/>
                </a:solidFill>
                <a:latin typeface="Arial"/>
                <a:ea typeface="Arial"/>
                <a:cs typeface="Arial"/>
              </a:defRPr>
            </a:lvl5pPr>
            <a:lvl6pPr algn="ctr">
              <a:defRPr sz="1125" b="0">
                <a:solidFill>
                  <a:srgbClr val="52647E"/>
                </a:solidFill>
                <a:latin typeface="Arial"/>
                <a:ea typeface="Arial"/>
                <a:cs typeface="Arial"/>
              </a:defRPr>
            </a:lvl6pPr>
            <a:lvl7pPr algn="ctr">
              <a:defRPr sz="1125" b="0">
                <a:solidFill>
                  <a:srgbClr val="52647E"/>
                </a:solidFill>
                <a:latin typeface="Arial"/>
                <a:ea typeface="Arial"/>
                <a:cs typeface="Arial"/>
              </a:defRPr>
            </a:lvl7pPr>
            <a:lvl8pPr algn="ctr">
              <a:defRPr sz="1125" b="0">
                <a:solidFill>
                  <a:srgbClr val="52647E"/>
                </a:solidFill>
                <a:latin typeface="Arial"/>
                <a:ea typeface="Arial"/>
                <a:cs typeface="Arial"/>
              </a:defRPr>
            </a:lvl8pPr>
            <a:lvl9pPr algn="ctr">
              <a:defRPr sz="1125" b="0">
                <a:solidFill>
                  <a:srgbClr val="52647E"/>
                </a:solidFill>
                <a:latin typeface="Arial"/>
                <a:ea typeface="Arial"/>
                <a:cs typeface="Arial"/>
              </a:defRPr>
            </a:lvl9pPr>
          </a:lstStyle>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Natural-language</a:t>
            </a:r>
          </a:p>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request</a:t>
            </a:r>
          </a:p>
        </p:txBody>
      </p:sp>
      <p:sp>
        <p:nvSpPr>
          <p:cNvPr id="11" name="flow-arrow">
            <a:extLst xmlns:a="http://schemas.openxmlformats.org/drawingml/2006/main">
              <a:ext uri="{FF2B5EF4-FFF2-40B4-BE49-F238E27FC236}">
                <a16:creationId xmlns:a16="http://schemas.microsoft.com/office/drawing/2014/main" id="{413A65D6-ECCF-412B-B5B1-54A7D9B0B87D}"/>
              </a:ext>
            </a:extLst>
          </p:cNvPr>
          <p:cNvSpPr>
            <a:spLocks xmlns:a="http://schemas.openxmlformats.org/drawingml/2006/main" noGrp="1"/>
          </p:cNvSpPr>
          <p:nvPr/>
        </p:nvSpPr>
        <p:spPr>
          <a:xfrm xmlns:a="http://schemas.openxmlformats.org/drawingml/2006/main">
            <a:off x="2381250" y="3019425"/>
            <a:ext cx="266700" cy="190500"/>
          </a:xfrm>
          <a:prstGeom xmlns:a="http://schemas.openxmlformats.org/drawingml/2006/main" prst="rightArrow">
            <a:avLst/>
          </a:prstGeom>
          <a:solidFill xmlns:a="http://schemas.openxmlformats.org/drawingml/2006/main">
            <a:srgbClr val="55B8FF"/>
          </a:solidFill>
          <a:ln xmlns:a="http://schemas.openxmlformats.org/drawingml/2006/main" w="0">
            <a:noFill/>
            <a:prstDash val="solid"/>
          </a:ln>
        </p:spPr>
      </p:sp>
      <p:sp>
        <p:nvSpPr>
          <p:cNvPr id="12" name="workflow-1">
            <a:extLst xmlns:a="http://schemas.openxmlformats.org/drawingml/2006/main">
              <a:ext uri="{FF2B5EF4-FFF2-40B4-BE49-F238E27FC236}">
                <a16:creationId xmlns:a16="http://schemas.microsoft.com/office/drawing/2014/main" id="{BDA6CC52-6A25-462C-908D-2FDB752CB416}"/>
              </a:ext>
            </a:extLst>
          </p:cNvPr>
          <p:cNvSpPr>
            <a:spLocks xmlns:a="http://schemas.openxmlformats.org/drawingml/2006/main" noGrp="1"/>
          </p:cNvSpPr>
          <p:nvPr/>
        </p:nvSpPr>
        <p:spPr>
          <a:xfrm xmlns:a="http://schemas.openxmlformats.org/drawingml/2006/main">
            <a:off x="2886075" y="2447925"/>
            <a:ext cx="1714500" cy="1352550"/>
          </a:xfrm>
          <a:prstGeom xmlns:a="http://schemas.openxmlformats.org/drawingml/2006/main" prst="roundRect">
            <a:avLst>
              <a:gd name="adj" fmla="val 8451"/>
            </a:avLst>
          </a:prstGeom>
          <a:solidFill xmlns:a="http://schemas.openxmlformats.org/drawingml/2006/main">
            <a:srgbClr val="0B1730"/>
          </a:solidFill>
          <a:ln xmlns:a="http://schemas.openxmlformats.org/drawingml/2006/main" w="9525">
            <a:solidFill>
              <a:srgbClr val="0B1730"/>
            </a:solidFill>
            <a:prstDash val="solid"/>
          </a:ln>
        </p:spPr>
      </p:sp>
      <p:sp>
        <p:nvSpPr>
          <p:cNvPr id="13" name="workflow-title-1">
            <a:extLst xmlns:a="http://schemas.openxmlformats.org/drawingml/2006/main">
              <a:ext uri="{FF2B5EF4-FFF2-40B4-BE49-F238E27FC236}">
                <a16:creationId xmlns:a16="http://schemas.microsoft.com/office/drawing/2014/main" id="{9D0EA709-83E1-457F-8C44-4B567BDF3023}"/>
              </a:ext>
            </a:extLst>
          </p:cNvPr>
          <p:cNvSpPr>
            <a:spLocks xmlns:a="http://schemas.openxmlformats.org/drawingml/2006/main" noGrp="1"/>
          </p:cNvSpPr>
          <p:nvPr/>
        </p:nvSpPr>
        <p:spPr>
          <a:xfrm xmlns:a="http://schemas.openxmlformats.org/drawingml/2006/main">
            <a:off x="3019425" y="26860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FFFFFF"/>
                </a:solidFill>
                <a:latin typeface="Arial"/>
                <a:ea typeface="Arial"/>
                <a:cs typeface="Arial"/>
              </a:defRPr>
            </a:defPPr>
            <a:lvl1pPr algn="ctr">
              <a:defRPr sz="1425" b="1">
                <a:solidFill>
                  <a:srgbClr val="FFFFFF"/>
                </a:solidFill>
                <a:latin typeface="Arial"/>
                <a:ea typeface="Arial"/>
                <a:cs typeface="Arial"/>
              </a:defRPr>
            </a:lvl1pPr>
            <a:lvl2pPr algn="ctr">
              <a:defRPr sz="1425" b="1">
                <a:solidFill>
                  <a:srgbClr val="FFFFFF"/>
                </a:solidFill>
                <a:latin typeface="Arial"/>
                <a:ea typeface="Arial"/>
                <a:cs typeface="Arial"/>
              </a:defRPr>
            </a:lvl2pPr>
            <a:lvl3pPr algn="ctr">
              <a:defRPr sz="1425" b="1">
                <a:solidFill>
                  <a:srgbClr val="FFFFFF"/>
                </a:solidFill>
                <a:latin typeface="Arial"/>
                <a:ea typeface="Arial"/>
                <a:cs typeface="Arial"/>
              </a:defRPr>
            </a:lvl3pPr>
            <a:lvl4pPr algn="ctr">
              <a:defRPr sz="1425" b="1">
                <a:solidFill>
                  <a:srgbClr val="FFFFFF"/>
                </a:solidFill>
                <a:latin typeface="Arial"/>
                <a:ea typeface="Arial"/>
                <a:cs typeface="Arial"/>
              </a:defRPr>
            </a:lvl4pPr>
            <a:lvl5pPr algn="ctr">
              <a:defRPr sz="1425" b="1">
                <a:solidFill>
                  <a:srgbClr val="FFFFFF"/>
                </a:solidFill>
                <a:latin typeface="Arial"/>
                <a:ea typeface="Arial"/>
                <a:cs typeface="Arial"/>
              </a:defRPr>
            </a:lvl5pPr>
            <a:lvl6pPr algn="ctr">
              <a:defRPr sz="1425" b="1">
                <a:solidFill>
                  <a:srgbClr val="FFFFFF"/>
                </a:solidFill>
                <a:latin typeface="Arial"/>
                <a:ea typeface="Arial"/>
                <a:cs typeface="Arial"/>
              </a:defRPr>
            </a:lvl6pPr>
            <a:lvl7pPr algn="ctr">
              <a:defRPr sz="1425" b="1">
                <a:solidFill>
                  <a:srgbClr val="FFFFFF"/>
                </a:solidFill>
                <a:latin typeface="Arial"/>
                <a:ea typeface="Arial"/>
                <a:cs typeface="Arial"/>
              </a:defRPr>
            </a:lvl7pPr>
            <a:lvl8pPr algn="ctr">
              <a:defRPr sz="1425" b="1">
                <a:solidFill>
                  <a:srgbClr val="FFFFFF"/>
                </a:solidFill>
                <a:latin typeface="Arial"/>
                <a:ea typeface="Arial"/>
                <a:cs typeface="Arial"/>
              </a:defRPr>
            </a:lvl8pPr>
            <a:lvl9pPr algn="ctr">
              <a:defRPr sz="1425" b="1">
                <a:solidFill>
                  <a:srgbClr val="FFFFFF"/>
                </a:solidFill>
                <a:latin typeface="Arial"/>
                <a:ea typeface="Arial"/>
                <a:cs typeface="Arial"/>
              </a:defRPr>
            </a:lvl9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Agent</a:t>
            </a:r>
          </a:p>
        </p:txBody>
      </p:sp>
      <p:sp>
        <p:nvSpPr>
          <p:cNvPr id="14" name="workflow-body-1">
            <a:extLst xmlns:a="http://schemas.openxmlformats.org/drawingml/2006/main">
              <a:ext uri="{FF2B5EF4-FFF2-40B4-BE49-F238E27FC236}">
                <a16:creationId xmlns:a16="http://schemas.microsoft.com/office/drawing/2014/main" id="{636BF28D-4851-4529-BCB5-C7A7238E3034}"/>
              </a:ext>
            </a:extLst>
          </p:cNvPr>
          <p:cNvSpPr>
            <a:spLocks xmlns:a="http://schemas.openxmlformats.org/drawingml/2006/main" noGrp="1"/>
          </p:cNvSpPr>
          <p:nvPr/>
        </p:nvSpPr>
        <p:spPr>
          <a:xfrm xmlns:a="http://schemas.openxmlformats.org/drawingml/2006/main">
            <a:off x="3028950" y="3076575"/>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a:solidFill>
                  <a:srgbClr val="C7D8EC"/>
                </a:solidFill>
                <a:latin typeface="Arial"/>
                <a:ea typeface="Arial"/>
                <a:cs typeface="Arial"/>
              </a:defRPr>
            </a:defPPr>
            <a:lvl1pPr algn="ctr">
              <a:defRPr sz="1125" b="0">
                <a:solidFill>
                  <a:srgbClr val="C7D8EC"/>
                </a:solidFill>
                <a:latin typeface="Arial"/>
                <a:ea typeface="Arial"/>
                <a:cs typeface="Arial"/>
              </a:defRPr>
            </a:lvl1pPr>
            <a:lvl2pPr algn="ctr">
              <a:defRPr sz="1125" b="0">
                <a:solidFill>
                  <a:srgbClr val="C7D8EC"/>
                </a:solidFill>
                <a:latin typeface="Arial"/>
                <a:ea typeface="Arial"/>
                <a:cs typeface="Arial"/>
              </a:defRPr>
            </a:lvl2pPr>
            <a:lvl3pPr algn="ctr">
              <a:defRPr sz="1125" b="0">
                <a:solidFill>
                  <a:srgbClr val="C7D8EC"/>
                </a:solidFill>
                <a:latin typeface="Arial"/>
                <a:ea typeface="Arial"/>
                <a:cs typeface="Arial"/>
              </a:defRPr>
            </a:lvl3pPr>
            <a:lvl4pPr algn="ctr">
              <a:defRPr sz="1125" b="0">
                <a:solidFill>
                  <a:srgbClr val="C7D8EC"/>
                </a:solidFill>
                <a:latin typeface="Arial"/>
                <a:ea typeface="Arial"/>
                <a:cs typeface="Arial"/>
              </a:defRPr>
            </a:lvl4pPr>
            <a:lvl5pPr algn="ctr">
              <a:defRPr sz="1125" b="0">
                <a:solidFill>
                  <a:srgbClr val="C7D8EC"/>
                </a:solidFill>
                <a:latin typeface="Arial"/>
                <a:ea typeface="Arial"/>
                <a:cs typeface="Arial"/>
              </a:defRPr>
            </a:lvl5pPr>
            <a:lvl6pPr algn="ctr">
              <a:defRPr sz="1125" b="0">
                <a:solidFill>
                  <a:srgbClr val="C7D8EC"/>
                </a:solidFill>
                <a:latin typeface="Arial"/>
                <a:ea typeface="Arial"/>
                <a:cs typeface="Arial"/>
              </a:defRPr>
            </a:lvl6pPr>
            <a:lvl7pPr algn="ctr">
              <a:defRPr sz="1125" b="0">
                <a:solidFill>
                  <a:srgbClr val="C7D8EC"/>
                </a:solidFill>
                <a:latin typeface="Arial"/>
                <a:ea typeface="Arial"/>
                <a:cs typeface="Arial"/>
              </a:defRPr>
            </a:lvl7pPr>
            <a:lvl8pPr algn="ctr">
              <a:defRPr sz="1125" b="0">
                <a:solidFill>
                  <a:srgbClr val="C7D8EC"/>
                </a:solidFill>
                <a:latin typeface="Arial"/>
                <a:ea typeface="Arial"/>
                <a:cs typeface="Arial"/>
              </a:defRPr>
            </a:lvl8pPr>
            <a:lvl9pPr algn="ctr">
              <a:defRPr sz="1125" b="0">
                <a:solidFill>
                  <a:srgbClr val="C7D8EC"/>
                </a:solidFill>
                <a:latin typeface="Arial"/>
                <a:ea typeface="Arial"/>
                <a:cs typeface="Arial"/>
              </a:defRPr>
            </a:lvl9pPr>
          </a:lstStyle>
          <a:p xmlns:a="http://schemas.openxmlformats.org/drawingml/2006/main">
            <a:pPr algn="ctr">
              <a:defRPr sz="1125" b="0">
                <a:solidFill>
                  <a:srgbClr val="C7D8EC"/>
                </a:solidFill>
                <a:latin typeface="Arial"/>
                <a:ea typeface="Arial"/>
                <a:cs typeface="Arial"/>
              </a:defRPr>
            </a:pPr>
            <a:r>
              <a:rPr sz="1125" b="0">
                <a:solidFill>
                  <a:srgbClr val="C7D8EC"/>
                </a:solidFill>
                <a:latin typeface="Arial"/>
                <a:ea typeface="Arial"/>
                <a:cs typeface="Arial"/>
              </a:rPr>
              <a:t>Intent and</a:t>
            </a:r>
          </a:p>
          <a:p xmlns:a="http://schemas.openxmlformats.org/drawingml/2006/main">
            <a:pPr algn="ctr">
              <a:defRPr sz="1125" b="0">
                <a:solidFill>
                  <a:srgbClr val="C7D8EC"/>
                </a:solidFill>
                <a:latin typeface="Arial"/>
                <a:ea typeface="Arial"/>
                <a:cs typeface="Arial"/>
              </a:defRPr>
            </a:pPr>
            <a:r>
              <a:rPr sz="1125" b="0">
                <a:solidFill>
                  <a:srgbClr val="C7D8EC"/>
                </a:solidFill>
                <a:latin typeface="Arial"/>
                <a:ea typeface="Arial"/>
                <a:cs typeface="Arial"/>
              </a:rPr>
              <a:t>tool choice</a:t>
            </a:r>
          </a:p>
        </p:txBody>
      </p:sp>
      <p:sp>
        <p:nvSpPr>
          <p:cNvPr id="15" name="flow-arrow">
            <a:extLst xmlns:a="http://schemas.openxmlformats.org/drawingml/2006/main">
              <a:ext uri="{FF2B5EF4-FFF2-40B4-BE49-F238E27FC236}">
                <a16:creationId xmlns:a16="http://schemas.microsoft.com/office/drawing/2014/main" id="{559FBA65-6969-4BE6-845D-7FFEA013AB70}"/>
              </a:ext>
            </a:extLst>
          </p:cNvPr>
          <p:cNvSpPr>
            <a:spLocks xmlns:a="http://schemas.openxmlformats.org/drawingml/2006/main" noGrp="1"/>
          </p:cNvSpPr>
          <p:nvPr/>
        </p:nvSpPr>
        <p:spPr>
          <a:xfrm xmlns:a="http://schemas.openxmlformats.org/drawingml/2006/main">
            <a:off x="4714875" y="3019425"/>
            <a:ext cx="266700" cy="190500"/>
          </a:xfrm>
          <a:prstGeom xmlns:a="http://schemas.openxmlformats.org/drawingml/2006/main" prst="rightArrow">
            <a:avLst/>
          </a:prstGeom>
          <a:solidFill xmlns:a="http://schemas.openxmlformats.org/drawingml/2006/main">
            <a:srgbClr val="55B8FF"/>
          </a:solidFill>
          <a:ln xmlns:a="http://schemas.openxmlformats.org/drawingml/2006/main" w="0">
            <a:noFill/>
            <a:prstDash val="solid"/>
          </a:ln>
        </p:spPr>
      </p:sp>
      <p:sp>
        <p:nvSpPr>
          <p:cNvPr id="16" name="workflow-2">
            <a:extLst xmlns:a="http://schemas.openxmlformats.org/drawingml/2006/main">
              <a:ext uri="{FF2B5EF4-FFF2-40B4-BE49-F238E27FC236}">
                <a16:creationId xmlns:a16="http://schemas.microsoft.com/office/drawing/2014/main" id="{2CFB2A92-087E-4077-9A7F-CA0747B681F8}"/>
              </a:ext>
            </a:extLst>
          </p:cNvPr>
          <p:cNvSpPr>
            <a:spLocks xmlns:a="http://schemas.openxmlformats.org/drawingml/2006/main" noGrp="1"/>
          </p:cNvSpPr>
          <p:nvPr/>
        </p:nvSpPr>
        <p:spPr>
          <a:xfrm xmlns:a="http://schemas.openxmlformats.org/drawingml/2006/main">
            <a:off x="5219700" y="2447925"/>
            <a:ext cx="1714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9D9EC"/>
            </a:solidFill>
            <a:prstDash val="solid"/>
          </a:ln>
        </p:spPr>
      </p:sp>
      <p:sp>
        <p:nvSpPr>
          <p:cNvPr id="17" name="workflow-title-2">
            <a:extLst xmlns:a="http://schemas.openxmlformats.org/drawingml/2006/main">
              <a:ext uri="{FF2B5EF4-FFF2-40B4-BE49-F238E27FC236}">
                <a16:creationId xmlns:a16="http://schemas.microsoft.com/office/drawing/2014/main" id="{82E6E850-ADA5-4217-83B7-EB4BD46389A3}"/>
              </a:ext>
            </a:extLst>
          </p:cNvPr>
          <p:cNvSpPr>
            <a:spLocks xmlns:a="http://schemas.openxmlformats.org/drawingml/2006/main" noGrp="1"/>
          </p:cNvSpPr>
          <p:nvPr/>
        </p:nvSpPr>
        <p:spPr>
          <a:xfrm xmlns:a="http://schemas.openxmlformats.org/drawingml/2006/main">
            <a:off x="5353050" y="26860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0B1730"/>
                </a:solidFill>
                <a:latin typeface="Arial"/>
                <a:ea typeface="Arial"/>
                <a:cs typeface="Arial"/>
              </a:defRPr>
            </a:defPPr>
            <a:lvl1pPr algn="ctr">
              <a:defRPr sz="1425" b="1">
                <a:solidFill>
                  <a:srgbClr val="0B1730"/>
                </a:solidFill>
                <a:latin typeface="Arial"/>
                <a:ea typeface="Arial"/>
                <a:cs typeface="Arial"/>
              </a:defRPr>
            </a:lvl1pPr>
            <a:lvl2pPr algn="ctr">
              <a:defRPr sz="1425" b="1">
                <a:solidFill>
                  <a:srgbClr val="0B1730"/>
                </a:solidFill>
                <a:latin typeface="Arial"/>
                <a:ea typeface="Arial"/>
                <a:cs typeface="Arial"/>
              </a:defRPr>
            </a:lvl2pPr>
            <a:lvl3pPr algn="ctr">
              <a:defRPr sz="1425" b="1">
                <a:solidFill>
                  <a:srgbClr val="0B1730"/>
                </a:solidFill>
                <a:latin typeface="Arial"/>
                <a:ea typeface="Arial"/>
                <a:cs typeface="Arial"/>
              </a:defRPr>
            </a:lvl3pPr>
            <a:lvl4pPr algn="ctr">
              <a:defRPr sz="1425" b="1">
                <a:solidFill>
                  <a:srgbClr val="0B1730"/>
                </a:solidFill>
                <a:latin typeface="Arial"/>
                <a:ea typeface="Arial"/>
                <a:cs typeface="Arial"/>
              </a:defRPr>
            </a:lvl4pPr>
            <a:lvl5pPr algn="ctr">
              <a:defRPr sz="1425" b="1">
                <a:solidFill>
                  <a:srgbClr val="0B1730"/>
                </a:solidFill>
                <a:latin typeface="Arial"/>
                <a:ea typeface="Arial"/>
                <a:cs typeface="Arial"/>
              </a:defRPr>
            </a:lvl5pPr>
            <a:lvl6pPr algn="ctr">
              <a:defRPr sz="1425" b="1">
                <a:solidFill>
                  <a:srgbClr val="0B1730"/>
                </a:solidFill>
                <a:latin typeface="Arial"/>
                <a:ea typeface="Arial"/>
                <a:cs typeface="Arial"/>
              </a:defRPr>
            </a:lvl6pPr>
            <a:lvl7pPr algn="ctr">
              <a:defRPr sz="1425" b="1">
                <a:solidFill>
                  <a:srgbClr val="0B1730"/>
                </a:solidFill>
                <a:latin typeface="Arial"/>
                <a:ea typeface="Arial"/>
                <a:cs typeface="Arial"/>
              </a:defRPr>
            </a:lvl7pPr>
            <a:lvl8pPr algn="ctr">
              <a:defRPr sz="1425" b="1">
                <a:solidFill>
                  <a:srgbClr val="0B1730"/>
                </a:solidFill>
                <a:latin typeface="Arial"/>
                <a:ea typeface="Arial"/>
                <a:cs typeface="Arial"/>
              </a:defRPr>
            </a:lvl8pPr>
            <a:lvl9pPr algn="ctr">
              <a:defRPr sz="1425" b="1">
                <a:solidFill>
                  <a:srgbClr val="0B1730"/>
                </a:solidFill>
                <a:latin typeface="Arial"/>
                <a:ea typeface="Arial"/>
                <a:cs typeface="Arial"/>
              </a:defRPr>
            </a:lvl9pPr>
          </a:lstStyle>
          <a:p xmlns:a="http://schemas.openxmlformats.org/drawingml/2006/main">
            <a:pPr algn="ctr">
              <a:defRPr sz="1425" b="1">
                <a:solidFill>
                  <a:srgbClr val="0B1730"/>
                </a:solidFill>
                <a:latin typeface="Arial"/>
                <a:ea typeface="Arial"/>
                <a:cs typeface="Arial"/>
              </a:defRPr>
            </a:pPr>
            <a:r>
              <a:rPr sz="1425" b="1">
                <a:solidFill>
                  <a:srgbClr val="0B1730"/>
                </a:solidFill>
                <a:latin typeface="Arial"/>
                <a:ea typeface="Arial"/>
                <a:cs typeface="Arial"/>
              </a:rPr>
              <a:t>Tools</a:t>
            </a:r>
          </a:p>
        </p:txBody>
      </p:sp>
      <p:sp>
        <p:nvSpPr>
          <p:cNvPr id="18" name="workflow-body-2">
            <a:extLst xmlns:a="http://schemas.openxmlformats.org/drawingml/2006/main">
              <a:ext uri="{FF2B5EF4-FFF2-40B4-BE49-F238E27FC236}">
                <a16:creationId xmlns:a16="http://schemas.microsoft.com/office/drawing/2014/main" id="{CCBD3A26-2616-4877-98B4-15233C23FF12}"/>
              </a:ext>
            </a:extLst>
          </p:cNvPr>
          <p:cNvSpPr>
            <a:spLocks xmlns:a="http://schemas.openxmlformats.org/drawingml/2006/main" noGrp="1"/>
          </p:cNvSpPr>
          <p:nvPr/>
        </p:nvSpPr>
        <p:spPr>
          <a:xfrm xmlns:a="http://schemas.openxmlformats.org/drawingml/2006/main">
            <a:off x="5362575" y="3076575"/>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a:solidFill>
                  <a:srgbClr val="52647E"/>
                </a:solidFill>
                <a:latin typeface="Arial"/>
                <a:ea typeface="Arial"/>
                <a:cs typeface="Arial"/>
              </a:defRPr>
            </a:defPPr>
            <a:lvl1pPr algn="ctr">
              <a:defRPr sz="1125" b="0">
                <a:solidFill>
                  <a:srgbClr val="52647E"/>
                </a:solidFill>
                <a:latin typeface="Arial"/>
                <a:ea typeface="Arial"/>
                <a:cs typeface="Arial"/>
              </a:defRPr>
            </a:lvl1pPr>
            <a:lvl2pPr algn="ctr">
              <a:defRPr sz="1125" b="0">
                <a:solidFill>
                  <a:srgbClr val="52647E"/>
                </a:solidFill>
                <a:latin typeface="Arial"/>
                <a:ea typeface="Arial"/>
                <a:cs typeface="Arial"/>
              </a:defRPr>
            </a:lvl2pPr>
            <a:lvl3pPr algn="ctr">
              <a:defRPr sz="1125" b="0">
                <a:solidFill>
                  <a:srgbClr val="52647E"/>
                </a:solidFill>
                <a:latin typeface="Arial"/>
                <a:ea typeface="Arial"/>
                <a:cs typeface="Arial"/>
              </a:defRPr>
            </a:lvl3pPr>
            <a:lvl4pPr algn="ctr">
              <a:defRPr sz="1125" b="0">
                <a:solidFill>
                  <a:srgbClr val="52647E"/>
                </a:solidFill>
                <a:latin typeface="Arial"/>
                <a:ea typeface="Arial"/>
                <a:cs typeface="Arial"/>
              </a:defRPr>
            </a:lvl4pPr>
            <a:lvl5pPr algn="ctr">
              <a:defRPr sz="1125" b="0">
                <a:solidFill>
                  <a:srgbClr val="52647E"/>
                </a:solidFill>
                <a:latin typeface="Arial"/>
                <a:ea typeface="Arial"/>
                <a:cs typeface="Arial"/>
              </a:defRPr>
            </a:lvl5pPr>
            <a:lvl6pPr algn="ctr">
              <a:defRPr sz="1125" b="0">
                <a:solidFill>
                  <a:srgbClr val="52647E"/>
                </a:solidFill>
                <a:latin typeface="Arial"/>
                <a:ea typeface="Arial"/>
                <a:cs typeface="Arial"/>
              </a:defRPr>
            </a:lvl6pPr>
            <a:lvl7pPr algn="ctr">
              <a:defRPr sz="1125" b="0">
                <a:solidFill>
                  <a:srgbClr val="52647E"/>
                </a:solidFill>
                <a:latin typeface="Arial"/>
                <a:ea typeface="Arial"/>
                <a:cs typeface="Arial"/>
              </a:defRPr>
            </a:lvl7pPr>
            <a:lvl8pPr algn="ctr">
              <a:defRPr sz="1125" b="0">
                <a:solidFill>
                  <a:srgbClr val="52647E"/>
                </a:solidFill>
                <a:latin typeface="Arial"/>
                <a:ea typeface="Arial"/>
                <a:cs typeface="Arial"/>
              </a:defRPr>
            </a:lvl8pPr>
            <a:lvl9pPr algn="ctr">
              <a:defRPr sz="1125" b="0">
                <a:solidFill>
                  <a:srgbClr val="52647E"/>
                </a:solidFill>
                <a:latin typeface="Arial"/>
                <a:ea typeface="Arial"/>
                <a:cs typeface="Arial"/>
              </a:defRPr>
            </a:lvl9pPr>
          </a:lstStyle>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Search, track,</a:t>
            </a:r>
          </a:p>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scan, remember</a:t>
            </a:r>
          </a:p>
        </p:txBody>
      </p:sp>
      <p:sp>
        <p:nvSpPr>
          <p:cNvPr id="19" name="flow-arrow">
            <a:extLst xmlns:a="http://schemas.openxmlformats.org/drawingml/2006/main">
              <a:ext uri="{FF2B5EF4-FFF2-40B4-BE49-F238E27FC236}">
                <a16:creationId xmlns:a16="http://schemas.microsoft.com/office/drawing/2014/main" id="{91461632-D423-4EF4-AEB5-04654881DFE0}"/>
              </a:ext>
            </a:extLst>
          </p:cNvPr>
          <p:cNvSpPr>
            <a:spLocks xmlns:a="http://schemas.openxmlformats.org/drawingml/2006/main" noGrp="1"/>
          </p:cNvSpPr>
          <p:nvPr/>
        </p:nvSpPr>
        <p:spPr>
          <a:xfrm xmlns:a="http://schemas.openxmlformats.org/drawingml/2006/main">
            <a:off x="7048500" y="3019425"/>
            <a:ext cx="266700" cy="190500"/>
          </a:xfrm>
          <a:prstGeom xmlns:a="http://schemas.openxmlformats.org/drawingml/2006/main" prst="rightArrow">
            <a:avLst/>
          </a:prstGeom>
          <a:solidFill xmlns:a="http://schemas.openxmlformats.org/drawingml/2006/main">
            <a:srgbClr val="55B8FF"/>
          </a:solidFill>
          <a:ln xmlns:a="http://schemas.openxmlformats.org/drawingml/2006/main" w="0">
            <a:noFill/>
            <a:prstDash val="solid"/>
          </a:ln>
        </p:spPr>
      </p:sp>
      <p:sp>
        <p:nvSpPr>
          <p:cNvPr id="20" name="workflow-3">
            <a:extLst xmlns:a="http://schemas.openxmlformats.org/drawingml/2006/main">
              <a:ext uri="{FF2B5EF4-FFF2-40B4-BE49-F238E27FC236}">
                <a16:creationId xmlns:a16="http://schemas.microsoft.com/office/drawing/2014/main" id="{3240F73C-B72D-4496-BB92-08F18D3918EF}"/>
              </a:ext>
            </a:extLst>
          </p:cNvPr>
          <p:cNvSpPr>
            <a:spLocks xmlns:a="http://schemas.openxmlformats.org/drawingml/2006/main" noGrp="1"/>
          </p:cNvSpPr>
          <p:nvPr/>
        </p:nvSpPr>
        <p:spPr>
          <a:xfrm xmlns:a="http://schemas.openxmlformats.org/drawingml/2006/main">
            <a:off x="7553325" y="2447925"/>
            <a:ext cx="1714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9D9EC"/>
            </a:solidFill>
            <a:prstDash val="solid"/>
          </a:ln>
        </p:spPr>
      </p:sp>
      <p:sp>
        <p:nvSpPr>
          <p:cNvPr id="21" name="workflow-title-3">
            <a:extLst xmlns:a="http://schemas.openxmlformats.org/drawingml/2006/main">
              <a:ext uri="{FF2B5EF4-FFF2-40B4-BE49-F238E27FC236}">
                <a16:creationId xmlns:a16="http://schemas.microsoft.com/office/drawing/2014/main" id="{2A6F3061-1BB0-401C-A510-BEF7E307ED97}"/>
              </a:ext>
            </a:extLst>
          </p:cNvPr>
          <p:cNvSpPr>
            <a:spLocks xmlns:a="http://schemas.openxmlformats.org/drawingml/2006/main" noGrp="1"/>
          </p:cNvSpPr>
          <p:nvPr/>
        </p:nvSpPr>
        <p:spPr>
          <a:xfrm xmlns:a="http://schemas.openxmlformats.org/drawingml/2006/main">
            <a:off x="7686675" y="26860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0B1730"/>
                </a:solidFill>
                <a:latin typeface="Arial"/>
                <a:ea typeface="Arial"/>
                <a:cs typeface="Arial"/>
              </a:defRPr>
            </a:defPPr>
            <a:lvl1pPr algn="ctr">
              <a:defRPr sz="1425" b="1">
                <a:solidFill>
                  <a:srgbClr val="0B1730"/>
                </a:solidFill>
                <a:latin typeface="Arial"/>
                <a:ea typeface="Arial"/>
                <a:cs typeface="Arial"/>
              </a:defRPr>
            </a:lvl1pPr>
            <a:lvl2pPr algn="ctr">
              <a:defRPr sz="1425" b="1">
                <a:solidFill>
                  <a:srgbClr val="0B1730"/>
                </a:solidFill>
                <a:latin typeface="Arial"/>
                <a:ea typeface="Arial"/>
                <a:cs typeface="Arial"/>
              </a:defRPr>
            </a:lvl2pPr>
            <a:lvl3pPr algn="ctr">
              <a:defRPr sz="1425" b="1">
                <a:solidFill>
                  <a:srgbClr val="0B1730"/>
                </a:solidFill>
                <a:latin typeface="Arial"/>
                <a:ea typeface="Arial"/>
                <a:cs typeface="Arial"/>
              </a:defRPr>
            </a:lvl3pPr>
            <a:lvl4pPr algn="ctr">
              <a:defRPr sz="1425" b="1">
                <a:solidFill>
                  <a:srgbClr val="0B1730"/>
                </a:solidFill>
                <a:latin typeface="Arial"/>
                <a:ea typeface="Arial"/>
                <a:cs typeface="Arial"/>
              </a:defRPr>
            </a:lvl4pPr>
            <a:lvl5pPr algn="ctr">
              <a:defRPr sz="1425" b="1">
                <a:solidFill>
                  <a:srgbClr val="0B1730"/>
                </a:solidFill>
                <a:latin typeface="Arial"/>
                <a:ea typeface="Arial"/>
                <a:cs typeface="Arial"/>
              </a:defRPr>
            </a:lvl5pPr>
            <a:lvl6pPr algn="ctr">
              <a:defRPr sz="1425" b="1">
                <a:solidFill>
                  <a:srgbClr val="0B1730"/>
                </a:solidFill>
                <a:latin typeface="Arial"/>
                <a:ea typeface="Arial"/>
                <a:cs typeface="Arial"/>
              </a:defRPr>
            </a:lvl6pPr>
            <a:lvl7pPr algn="ctr">
              <a:defRPr sz="1425" b="1">
                <a:solidFill>
                  <a:srgbClr val="0B1730"/>
                </a:solidFill>
                <a:latin typeface="Arial"/>
                <a:ea typeface="Arial"/>
                <a:cs typeface="Arial"/>
              </a:defRPr>
            </a:lvl7pPr>
            <a:lvl8pPr algn="ctr">
              <a:defRPr sz="1425" b="1">
                <a:solidFill>
                  <a:srgbClr val="0B1730"/>
                </a:solidFill>
                <a:latin typeface="Arial"/>
                <a:ea typeface="Arial"/>
                <a:cs typeface="Arial"/>
              </a:defRPr>
            </a:lvl8pPr>
            <a:lvl9pPr algn="ctr">
              <a:defRPr sz="1425" b="1">
                <a:solidFill>
                  <a:srgbClr val="0B1730"/>
                </a:solidFill>
                <a:latin typeface="Arial"/>
                <a:ea typeface="Arial"/>
                <a:cs typeface="Arial"/>
              </a:defRPr>
            </a:lvl9pPr>
          </a:lstStyle>
          <a:p xmlns:a="http://schemas.openxmlformats.org/drawingml/2006/main">
            <a:pPr algn="ctr">
              <a:defRPr sz="1425" b="1">
                <a:solidFill>
                  <a:srgbClr val="0B1730"/>
                </a:solidFill>
                <a:latin typeface="Arial"/>
                <a:ea typeface="Arial"/>
                <a:cs typeface="Arial"/>
              </a:defRPr>
            </a:pPr>
            <a:r>
              <a:rPr sz="1425" b="1">
                <a:solidFill>
                  <a:srgbClr val="0B1730"/>
                </a:solidFill>
                <a:latin typeface="Arial"/>
                <a:ea typeface="Arial"/>
                <a:cs typeface="Arial"/>
              </a:rPr>
              <a:t>Sources</a:t>
            </a:r>
          </a:p>
        </p:txBody>
      </p:sp>
      <p:sp>
        <p:nvSpPr>
          <p:cNvPr id="22" name="workflow-body-3">
            <a:extLst xmlns:a="http://schemas.openxmlformats.org/drawingml/2006/main">
              <a:ext uri="{FF2B5EF4-FFF2-40B4-BE49-F238E27FC236}">
                <a16:creationId xmlns:a16="http://schemas.microsoft.com/office/drawing/2014/main" id="{BF82ABB8-C6B6-4E29-9C1A-9685A0EBFD03}"/>
              </a:ext>
            </a:extLst>
          </p:cNvPr>
          <p:cNvSpPr>
            <a:spLocks xmlns:a="http://schemas.openxmlformats.org/drawingml/2006/main" noGrp="1"/>
          </p:cNvSpPr>
          <p:nvPr/>
        </p:nvSpPr>
        <p:spPr>
          <a:xfrm xmlns:a="http://schemas.openxmlformats.org/drawingml/2006/main">
            <a:off x="7696200" y="3076575"/>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a:solidFill>
                  <a:srgbClr val="52647E"/>
                </a:solidFill>
                <a:latin typeface="Arial"/>
                <a:ea typeface="Arial"/>
                <a:cs typeface="Arial"/>
              </a:defRPr>
            </a:defPPr>
            <a:lvl1pPr algn="ctr">
              <a:defRPr sz="1125" b="0">
                <a:solidFill>
                  <a:srgbClr val="52647E"/>
                </a:solidFill>
                <a:latin typeface="Arial"/>
                <a:ea typeface="Arial"/>
                <a:cs typeface="Arial"/>
              </a:defRPr>
            </a:lvl1pPr>
            <a:lvl2pPr algn="ctr">
              <a:defRPr sz="1125" b="0">
                <a:solidFill>
                  <a:srgbClr val="52647E"/>
                </a:solidFill>
                <a:latin typeface="Arial"/>
                <a:ea typeface="Arial"/>
                <a:cs typeface="Arial"/>
              </a:defRPr>
            </a:lvl2pPr>
            <a:lvl3pPr algn="ctr">
              <a:defRPr sz="1125" b="0">
                <a:solidFill>
                  <a:srgbClr val="52647E"/>
                </a:solidFill>
                <a:latin typeface="Arial"/>
                <a:ea typeface="Arial"/>
                <a:cs typeface="Arial"/>
              </a:defRPr>
            </a:lvl3pPr>
            <a:lvl4pPr algn="ctr">
              <a:defRPr sz="1125" b="0">
                <a:solidFill>
                  <a:srgbClr val="52647E"/>
                </a:solidFill>
                <a:latin typeface="Arial"/>
                <a:ea typeface="Arial"/>
                <a:cs typeface="Arial"/>
              </a:defRPr>
            </a:lvl4pPr>
            <a:lvl5pPr algn="ctr">
              <a:defRPr sz="1125" b="0">
                <a:solidFill>
                  <a:srgbClr val="52647E"/>
                </a:solidFill>
                <a:latin typeface="Arial"/>
                <a:ea typeface="Arial"/>
                <a:cs typeface="Arial"/>
              </a:defRPr>
            </a:lvl5pPr>
            <a:lvl6pPr algn="ctr">
              <a:defRPr sz="1125" b="0">
                <a:solidFill>
                  <a:srgbClr val="52647E"/>
                </a:solidFill>
                <a:latin typeface="Arial"/>
                <a:ea typeface="Arial"/>
                <a:cs typeface="Arial"/>
              </a:defRPr>
            </a:lvl6pPr>
            <a:lvl7pPr algn="ctr">
              <a:defRPr sz="1125" b="0">
                <a:solidFill>
                  <a:srgbClr val="52647E"/>
                </a:solidFill>
                <a:latin typeface="Arial"/>
                <a:ea typeface="Arial"/>
                <a:cs typeface="Arial"/>
              </a:defRPr>
            </a:lvl7pPr>
            <a:lvl8pPr algn="ctr">
              <a:defRPr sz="1125" b="0">
                <a:solidFill>
                  <a:srgbClr val="52647E"/>
                </a:solidFill>
                <a:latin typeface="Arial"/>
                <a:ea typeface="Arial"/>
                <a:cs typeface="Arial"/>
              </a:defRPr>
            </a:lvl8pPr>
            <a:lvl9pPr algn="ctr">
              <a:defRPr sz="1125" b="0">
                <a:solidFill>
                  <a:srgbClr val="52647E"/>
                </a:solidFill>
                <a:latin typeface="Arial"/>
                <a:ea typeface="Arial"/>
                <a:cs typeface="Arial"/>
              </a:defRPr>
            </a:lvl9pPr>
          </a:lstStyle>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SQLite, CSV,</a:t>
            </a:r>
          </a:p>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local file index</a:t>
            </a:r>
          </a:p>
        </p:txBody>
      </p:sp>
      <p:sp>
        <p:nvSpPr>
          <p:cNvPr id="23" name="flow-arrow">
            <a:extLst xmlns:a="http://schemas.openxmlformats.org/drawingml/2006/main">
              <a:ext uri="{FF2B5EF4-FFF2-40B4-BE49-F238E27FC236}">
                <a16:creationId xmlns:a16="http://schemas.microsoft.com/office/drawing/2014/main" id="{B326F72E-87D5-4DF2-B644-A10E16051B61}"/>
              </a:ext>
            </a:extLst>
          </p:cNvPr>
          <p:cNvSpPr>
            <a:spLocks xmlns:a="http://schemas.openxmlformats.org/drawingml/2006/main" noGrp="1"/>
          </p:cNvSpPr>
          <p:nvPr/>
        </p:nvSpPr>
        <p:spPr>
          <a:xfrm xmlns:a="http://schemas.openxmlformats.org/drawingml/2006/main">
            <a:off x="9382125" y="3019425"/>
            <a:ext cx="266700" cy="190500"/>
          </a:xfrm>
          <a:prstGeom xmlns:a="http://schemas.openxmlformats.org/drawingml/2006/main" prst="rightArrow">
            <a:avLst/>
          </a:prstGeom>
          <a:solidFill xmlns:a="http://schemas.openxmlformats.org/drawingml/2006/main">
            <a:srgbClr val="55B8FF"/>
          </a:solidFill>
          <a:ln xmlns:a="http://schemas.openxmlformats.org/drawingml/2006/main" w="0">
            <a:noFill/>
            <a:prstDash val="solid"/>
          </a:ln>
        </p:spPr>
      </p:sp>
      <p:sp>
        <p:nvSpPr>
          <p:cNvPr id="24" name="workflow-4">
            <a:extLst xmlns:a="http://schemas.openxmlformats.org/drawingml/2006/main">
              <a:ext uri="{FF2B5EF4-FFF2-40B4-BE49-F238E27FC236}">
                <a16:creationId xmlns:a16="http://schemas.microsoft.com/office/drawing/2014/main" id="{7DD5CC0D-7EF9-4ECE-973D-CF27EA6351C1}"/>
              </a:ext>
            </a:extLst>
          </p:cNvPr>
          <p:cNvSpPr>
            <a:spLocks xmlns:a="http://schemas.openxmlformats.org/drawingml/2006/main" noGrp="1"/>
          </p:cNvSpPr>
          <p:nvPr/>
        </p:nvSpPr>
        <p:spPr>
          <a:xfrm xmlns:a="http://schemas.openxmlformats.org/drawingml/2006/main">
            <a:off x="9886950" y="2447925"/>
            <a:ext cx="1714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9D9EC"/>
            </a:solidFill>
            <a:prstDash val="solid"/>
          </a:ln>
        </p:spPr>
      </p:sp>
      <p:sp>
        <p:nvSpPr>
          <p:cNvPr id="25" name="workflow-title-4">
            <a:extLst xmlns:a="http://schemas.openxmlformats.org/drawingml/2006/main">
              <a:ext uri="{FF2B5EF4-FFF2-40B4-BE49-F238E27FC236}">
                <a16:creationId xmlns:a16="http://schemas.microsoft.com/office/drawing/2014/main" id="{7993F32F-3D8E-4473-B3D2-3C0E79934C90}"/>
              </a:ext>
            </a:extLst>
          </p:cNvPr>
          <p:cNvSpPr>
            <a:spLocks xmlns:a="http://schemas.openxmlformats.org/drawingml/2006/main" noGrp="1"/>
          </p:cNvSpPr>
          <p:nvPr/>
        </p:nvSpPr>
        <p:spPr>
          <a:xfrm xmlns:a="http://schemas.openxmlformats.org/drawingml/2006/main">
            <a:off x="10020300" y="26860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a:solidFill>
                  <a:srgbClr val="0B1730"/>
                </a:solidFill>
                <a:latin typeface="Arial"/>
                <a:ea typeface="Arial"/>
                <a:cs typeface="Arial"/>
              </a:defRPr>
            </a:defPPr>
            <a:lvl1pPr algn="ctr">
              <a:defRPr sz="1425" b="1">
                <a:solidFill>
                  <a:srgbClr val="0B1730"/>
                </a:solidFill>
                <a:latin typeface="Arial"/>
                <a:ea typeface="Arial"/>
                <a:cs typeface="Arial"/>
              </a:defRPr>
            </a:lvl1pPr>
            <a:lvl2pPr algn="ctr">
              <a:defRPr sz="1425" b="1">
                <a:solidFill>
                  <a:srgbClr val="0B1730"/>
                </a:solidFill>
                <a:latin typeface="Arial"/>
                <a:ea typeface="Arial"/>
                <a:cs typeface="Arial"/>
              </a:defRPr>
            </a:lvl2pPr>
            <a:lvl3pPr algn="ctr">
              <a:defRPr sz="1425" b="1">
                <a:solidFill>
                  <a:srgbClr val="0B1730"/>
                </a:solidFill>
                <a:latin typeface="Arial"/>
                <a:ea typeface="Arial"/>
                <a:cs typeface="Arial"/>
              </a:defRPr>
            </a:lvl3pPr>
            <a:lvl4pPr algn="ctr">
              <a:defRPr sz="1425" b="1">
                <a:solidFill>
                  <a:srgbClr val="0B1730"/>
                </a:solidFill>
                <a:latin typeface="Arial"/>
                <a:ea typeface="Arial"/>
                <a:cs typeface="Arial"/>
              </a:defRPr>
            </a:lvl4pPr>
            <a:lvl5pPr algn="ctr">
              <a:defRPr sz="1425" b="1">
                <a:solidFill>
                  <a:srgbClr val="0B1730"/>
                </a:solidFill>
                <a:latin typeface="Arial"/>
                <a:ea typeface="Arial"/>
                <a:cs typeface="Arial"/>
              </a:defRPr>
            </a:lvl5pPr>
            <a:lvl6pPr algn="ctr">
              <a:defRPr sz="1425" b="1">
                <a:solidFill>
                  <a:srgbClr val="0B1730"/>
                </a:solidFill>
                <a:latin typeface="Arial"/>
                <a:ea typeface="Arial"/>
                <a:cs typeface="Arial"/>
              </a:defRPr>
            </a:lvl6pPr>
            <a:lvl7pPr algn="ctr">
              <a:defRPr sz="1425" b="1">
                <a:solidFill>
                  <a:srgbClr val="0B1730"/>
                </a:solidFill>
                <a:latin typeface="Arial"/>
                <a:ea typeface="Arial"/>
                <a:cs typeface="Arial"/>
              </a:defRPr>
            </a:lvl7pPr>
            <a:lvl8pPr algn="ctr">
              <a:defRPr sz="1425" b="1">
                <a:solidFill>
                  <a:srgbClr val="0B1730"/>
                </a:solidFill>
                <a:latin typeface="Arial"/>
                <a:ea typeface="Arial"/>
                <a:cs typeface="Arial"/>
              </a:defRPr>
            </a:lvl8pPr>
            <a:lvl9pPr algn="ctr">
              <a:defRPr sz="1425" b="1">
                <a:solidFill>
                  <a:srgbClr val="0B1730"/>
                </a:solidFill>
                <a:latin typeface="Arial"/>
                <a:ea typeface="Arial"/>
                <a:cs typeface="Arial"/>
              </a:defRPr>
            </a:lvl9pPr>
          </a:lstStyle>
          <a:p xmlns:a="http://schemas.openxmlformats.org/drawingml/2006/main">
            <a:pPr algn="ctr">
              <a:defRPr sz="1425" b="1">
                <a:solidFill>
                  <a:srgbClr val="0B1730"/>
                </a:solidFill>
                <a:latin typeface="Arial"/>
                <a:ea typeface="Arial"/>
                <a:cs typeface="Arial"/>
              </a:defRPr>
            </a:pPr>
            <a:r>
              <a:rPr sz="1425" b="1">
                <a:solidFill>
                  <a:srgbClr val="0B1730"/>
                </a:solidFill>
                <a:latin typeface="Arial"/>
                <a:ea typeface="Arial"/>
                <a:cs typeface="Arial"/>
              </a:rPr>
              <a:t>Reply</a:t>
            </a:r>
          </a:p>
        </p:txBody>
      </p:sp>
      <p:sp>
        <p:nvSpPr>
          <p:cNvPr id="26" name="workflow-body-4">
            <a:extLst xmlns:a="http://schemas.openxmlformats.org/drawingml/2006/main">
              <a:ext uri="{FF2B5EF4-FFF2-40B4-BE49-F238E27FC236}">
                <a16:creationId xmlns:a16="http://schemas.microsoft.com/office/drawing/2014/main" id="{0961C4AA-AE6D-4C31-9FF5-F8AE09DF72CD}"/>
              </a:ext>
            </a:extLst>
          </p:cNvPr>
          <p:cNvSpPr>
            <a:spLocks xmlns:a="http://schemas.openxmlformats.org/drawingml/2006/main" noGrp="1"/>
          </p:cNvSpPr>
          <p:nvPr/>
        </p:nvSpPr>
        <p:spPr>
          <a:xfrm xmlns:a="http://schemas.openxmlformats.org/drawingml/2006/main">
            <a:off x="10029825" y="3076575"/>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a:solidFill>
                  <a:srgbClr val="52647E"/>
                </a:solidFill>
                <a:latin typeface="Arial"/>
                <a:ea typeface="Arial"/>
                <a:cs typeface="Arial"/>
              </a:defRPr>
            </a:defPPr>
            <a:lvl1pPr algn="ctr">
              <a:defRPr sz="1125" b="0">
                <a:solidFill>
                  <a:srgbClr val="52647E"/>
                </a:solidFill>
                <a:latin typeface="Arial"/>
                <a:ea typeface="Arial"/>
                <a:cs typeface="Arial"/>
              </a:defRPr>
            </a:lvl1pPr>
            <a:lvl2pPr algn="ctr">
              <a:defRPr sz="1125" b="0">
                <a:solidFill>
                  <a:srgbClr val="52647E"/>
                </a:solidFill>
                <a:latin typeface="Arial"/>
                <a:ea typeface="Arial"/>
                <a:cs typeface="Arial"/>
              </a:defRPr>
            </a:lvl2pPr>
            <a:lvl3pPr algn="ctr">
              <a:defRPr sz="1125" b="0">
                <a:solidFill>
                  <a:srgbClr val="52647E"/>
                </a:solidFill>
                <a:latin typeface="Arial"/>
                <a:ea typeface="Arial"/>
                <a:cs typeface="Arial"/>
              </a:defRPr>
            </a:lvl3pPr>
            <a:lvl4pPr algn="ctr">
              <a:defRPr sz="1125" b="0">
                <a:solidFill>
                  <a:srgbClr val="52647E"/>
                </a:solidFill>
                <a:latin typeface="Arial"/>
                <a:ea typeface="Arial"/>
                <a:cs typeface="Arial"/>
              </a:defRPr>
            </a:lvl4pPr>
            <a:lvl5pPr algn="ctr">
              <a:defRPr sz="1125" b="0">
                <a:solidFill>
                  <a:srgbClr val="52647E"/>
                </a:solidFill>
                <a:latin typeface="Arial"/>
                <a:ea typeface="Arial"/>
                <a:cs typeface="Arial"/>
              </a:defRPr>
            </a:lvl5pPr>
            <a:lvl6pPr algn="ctr">
              <a:defRPr sz="1125" b="0">
                <a:solidFill>
                  <a:srgbClr val="52647E"/>
                </a:solidFill>
                <a:latin typeface="Arial"/>
                <a:ea typeface="Arial"/>
                <a:cs typeface="Arial"/>
              </a:defRPr>
            </a:lvl6pPr>
            <a:lvl7pPr algn="ctr">
              <a:defRPr sz="1125" b="0">
                <a:solidFill>
                  <a:srgbClr val="52647E"/>
                </a:solidFill>
                <a:latin typeface="Arial"/>
                <a:ea typeface="Arial"/>
                <a:cs typeface="Arial"/>
              </a:defRPr>
            </a:lvl7pPr>
            <a:lvl8pPr algn="ctr">
              <a:defRPr sz="1125" b="0">
                <a:solidFill>
                  <a:srgbClr val="52647E"/>
                </a:solidFill>
                <a:latin typeface="Arial"/>
                <a:ea typeface="Arial"/>
                <a:cs typeface="Arial"/>
              </a:defRPr>
            </a:lvl8pPr>
            <a:lvl9pPr algn="ctr">
              <a:defRPr sz="1125" b="0">
                <a:solidFill>
                  <a:srgbClr val="52647E"/>
                </a:solidFill>
                <a:latin typeface="Arial"/>
                <a:ea typeface="Arial"/>
                <a:cs typeface="Arial"/>
              </a:defRPr>
            </a:lvl9pPr>
          </a:lstStyle>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Contextual</a:t>
            </a:r>
          </a:p>
          <a:p xmlns:a="http://schemas.openxmlformats.org/drawingml/2006/main">
            <a:pPr algn="ctr">
              <a:defRPr sz="1125" b="0">
                <a:solidFill>
                  <a:srgbClr val="52647E"/>
                </a:solidFill>
                <a:latin typeface="Arial"/>
                <a:ea typeface="Arial"/>
                <a:cs typeface="Arial"/>
              </a:defRPr>
            </a:pPr>
            <a:r>
              <a:rPr sz="1125" b="0">
                <a:solidFill>
                  <a:srgbClr val="52647E"/>
                </a:solidFill>
                <a:latin typeface="Arial"/>
                <a:ea typeface="Arial"/>
                <a:cs typeface="Arial"/>
              </a:rPr>
              <a:t>response</a:t>
            </a:r>
          </a:p>
        </p:txBody>
      </p:sp>
      <p:sp>
        <p:nvSpPr>
          <p:cNvPr id="27" name="pill-DISCOVER">
            <a:extLst xmlns:a="http://schemas.openxmlformats.org/drawingml/2006/main">
              <a:ext uri="{FF2B5EF4-FFF2-40B4-BE49-F238E27FC236}">
                <a16:creationId xmlns:a16="http://schemas.microsoft.com/office/drawing/2014/main" id="{62D18652-43FD-4C57-A48C-9E14B47C0E41}"/>
              </a:ext>
            </a:extLst>
          </p:cNvPr>
          <p:cNvSpPr>
            <a:spLocks xmlns:a="http://schemas.openxmlformats.org/drawingml/2006/main" noGrp="1"/>
          </p:cNvSpPr>
          <p:nvPr/>
        </p:nvSpPr>
        <p:spPr>
          <a:xfrm xmlns:a="http://schemas.openxmlformats.org/drawingml/2006/main">
            <a:off x="552450" y="4524375"/>
            <a:ext cx="1047750" cy="285750"/>
          </a:xfrm>
          <a:prstGeom xmlns:a="http://schemas.openxmlformats.org/drawingml/2006/main" prst="roundRect">
            <a:avLst>
              <a:gd name="adj" fmla="val 26667"/>
            </a:avLst>
          </a:prstGeom>
          <a:solidFill xmlns:a="http://schemas.openxmlformats.org/drawingml/2006/main">
            <a:srgbClr val="E6F2FF"/>
          </a:solidFill>
          <a:ln xmlns:a="http://schemas.openxmlformats.org/drawingml/2006/main" w="0">
            <a:noFill/>
            <a:prstDash val="solid"/>
          </a:ln>
        </p:spPr>
      </p:sp>
      <p:sp>
        <p:nvSpPr>
          <p:cNvPr id="28" name="pill-text-DISCOVER">
            <a:extLst xmlns:a="http://schemas.openxmlformats.org/drawingml/2006/main">
              <a:ext uri="{FF2B5EF4-FFF2-40B4-BE49-F238E27FC236}">
                <a16:creationId xmlns:a16="http://schemas.microsoft.com/office/drawing/2014/main" id="{2D7D47DF-40F5-492B-9C36-183CA8D0EDB6}"/>
              </a:ext>
            </a:extLst>
          </p:cNvPr>
          <p:cNvSpPr>
            <a:spLocks xmlns:a="http://schemas.openxmlformats.org/drawingml/2006/main" noGrp="1"/>
          </p:cNvSpPr>
          <p:nvPr/>
        </p:nvSpPr>
        <p:spPr>
          <a:xfrm xmlns:a="http://schemas.openxmlformats.org/drawingml/2006/main">
            <a:off x="628650" y="4572000"/>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2563EB"/>
                </a:solidFill>
                <a:latin typeface="Arial"/>
                <a:ea typeface="Arial"/>
                <a:cs typeface="Arial"/>
              </a:defRPr>
            </a:defPPr>
            <a:lvl1pPr algn="ctr">
              <a:defRPr sz="975" b="1">
                <a:solidFill>
                  <a:srgbClr val="2563EB"/>
                </a:solidFill>
                <a:latin typeface="Arial"/>
                <a:ea typeface="Arial"/>
                <a:cs typeface="Arial"/>
              </a:defRPr>
            </a:lvl1pPr>
            <a:lvl2pPr algn="ctr">
              <a:defRPr sz="975" b="1">
                <a:solidFill>
                  <a:srgbClr val="2563EB"/>
                </a:solidFill>
                <a:latin typeface="Arial"/>
                <a:ea typeface="Arial"/>
                <a:cs typeface="Arial"/>
              </a:defRPr>
            </a:lvl2pPr>
            <a:lvl3pPr algn="ctr">
              <a:defRPr sz="975" b="1">
                <a:solidFill>
                  <a:srgbClr val="2563EB"/>
                </a:solidFill>
                <a:latin typeface="Arial"/>
                <a:ea typeface="Arial"/>
                <a:cs typeface="Arial"/>
              </a:defRPr>
            </a:lvl3pPr>
            <a:lvl4pPr algn="ctr">
              <a:defRPr sz="975" b="1">
                <a:solidFill>
                  <a:srgbClr val="2563EB"/>
                </a:solidFill>
                <a:latin typeface="Arial"/>
                <a:ea typeface="Arial"/>
                <a:cs typeface="Arial"/>
              </a:defRPr>
            </a:lvl4pPr>
            <a:lvl5pPr algn="ctr">
              <a:defRPr sz="975" b="1">
                <a:solidFill>
                  <a:srgbClr val="2563EB"/>
                </a:solidFill>
                <a:latin typeface="Arial"/>
                <a:ea typeface="Arial"/>
                <a:cs typeface="Arial"/>
              </a:defRPr>
            </a:lvl5pPr>
            <a:lvl6pPr algn="ctr">
              <a:defRPr sz="975" b="1">
                <a:solidFill>
                  <a:srgbClr val="2563EB"/>
                </a:solidFill>
                <a:latin typeface="Arial"/>
                <a:ea typeface="Arial"/>
                <a:cs typeface="Arial"/>
              </a:defRPr>
            </a:lvl6pPr>
            <a:lvl7pPr algn="ctr">
              <a:defRPr sz="975" b="1">
                <a:solidFill>
                  <a:srgbClr val="2563EB"/>
                </a:solidFill>
                <a:latin typeface="Arial"/>
                <a:ea typeface="Arial"/>
                <a:cs typeface="Arial"/>
              </a:defRPr>
            </a:lvl7pPr>
            <a:lvl8pPr algn="ctr">
              <a:defRPr sz="975" b="1">
                <a:solidFill>
                  <a:srgbClr val="2563EB"/>
                </a:solidFill>
                <a:latin typeface="Arial"/>
                <a:ea typeface="Arial"/>
                <a:cs typeface="Arial"/>
              </a:defRPr>
            </a:lvl8pPr>
            <a:lvl9pPr algn="ctr">
              <a:defRPr sz="975" b="1">
                <a:solidFill>
                  <a:srgbClr val="2563EB"/>
                </a:solidFill>
                <a:latin typeface="Arial"/>
                <a:ea typeface="Arial"/>
                <a:cs typeface="Arial"/>
              </a:defRPr>
            </a:lvl9pPr>
          </a:lstStyle>
          <a:p xmlns:a="http://schemas.openxmlformats.org/drawingml/2006/main">
            <a:pPr algn="ctr">
              <a:defRPr sz="975" b="1">
                <a:solidFill>
                  <a:srgbClr val="2563EB"/>
                </a:solidFill>
                <a:latin typeface="Arial"/>
                <a:ea typeface="Arial"/>
                <a:cs typeface="Arial"/>
              </a:defRPr>
            </a:pPr>
            <a:r>
              <a:rPr sz="975" b="1">
                <a:solidFill>
                  <a:srgbClr val="2563EB"/>
                </a:solidFill>
                <a:latin typeface="Arial"/>
                <a:ea typeface="Arial"/>
                <a:cs typeface="Arial"/>
              </a:rPr>
              <a:t>DISCOVER</a:t>
            </a:r>
          </a:p>
        </p:txBody>
      </p:sp>
      <p:sp>
        <p:nvSpPr>
          <p:cNvPr id="29" name="cap-0">
            <a:extLst xmlns:a="http://schemas.openxmlformats.org/drawingml/2006/main">
              <a:ext uri="{FF2B5EF4-FFF2-40B4-BE49-F238E27FC236}">
                <a16:creationId xmlns:a16="http://schemas.microsoft.com/office/drawing/2014/main" id="{118C4582-2BD2-4592-8AC4-F5DA399D370D}"/>
              </a:ext>
            </a:extLst>
          </p:cNvPr>
          <p:cNvSpPr>
            <a:spLocks xmlns:a="http://schemas.openxmlformats.org/drawingml/2006/main" noGrp="1"/>
          </p:cNvSpPr>
          <p:nvPr/>
        </p:nvSpPr>
        <p:spPr>
          <a:xfrm xmlns:a="http://schemas.openxmlformats.org/drawingml/2006/main">
            <a:off x="552450" y="4962525"/>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2233F"/>
                </a:solidFill>
                <a:latin typeface="Arial"/>
                <a:ea typeface="Arial"/>
                <a:cs typeface="Arial"/>
              </a:defRPr>
            </a:defPPr>
            <a:lvl1pPr algn="l">
              <a:defRPr sz="1125" b="0">
                <a:solidFill>
                  <a:srgbClr val="12233F"/>
                </a:solidFill>
                <a:latin typeface="Arial"/>
                <a:ea typeface="Arial"/>
                <a:cs typeface="Arial"/>
              </a:defRPr>
            </a:lvl1pPr>
            <a:lvl2pPr algn="l">
              <a:defRPr sz="1125" b="0">
                <a:solidFill>
                  <a:srgbClr val="12233F"/>
                </a:solidFill>
                <a:latin typeface="Arial"/>
                <a:ea typeface="Arial"/>
                <a:cs typeface="Arial"/>
              </a:defRPr>
            </a:lvl2pPr>
            <a:lvl3pPr algn="l">
              <a:defRPr sz="1125" b="0">
                <a:solidFill>
                  <a:srgbClr val="12233F"/>
                </a:solidFill>
                <a:latin typeface="Arial"/>
                <a:ea typeface="Arial"/>
                <a:cs typeface="Arial"/>
              </a:defRPr>
            </a:lvl3pPr>
            <a:lvl4pPr algn="l">
              <a:defRPr sz="1125" b="0">
                <a:solidFill>
                  <a:srgbClr val="12233F"/>
                </a:solidFill>
                <a:latin typeface="Arial"/>
                <a:ea typeface="Arial"/>
                <a:cs typeface="Arial"/>
              </a:defRPr>
            </a:lvl4pPr>
            <a:lvl5pPr algn="l">
              <a:defRPr sz="1125" b="0">
                <a:solidFill>
                  <a:srgbClr val="12233F"/>
                </a:solidFill>
                <a:latin typeface="Arial"/>
                <a:ea typeface="Arial"/>
                <a:cs typeface="Arial"/>
              </a:defRPr>
            </a:lvl5pPr>
            <a:lvl6pPr algn="l">
              <a:defRPr sz="1125" b="0">
                <a:solidFill>
                  <a:srgbClr val="12233F"/>
                </a:solidFill>
                <a:latin typeface="Arial"/>
                <a:ea typeface="Arial"/>
                <a:cs typeface="Arial"/>
              </a:defRPr>
            </a:lvl6pPr>
            <a:lvl7pPr algn="l">
              <a:defRPr sz="1125" b="0">
                <a:solidFill>
                  <a:srgbClr val="12233F"/>
                </a:solidFill>
                <a:latin typeface="Arial"/>
                <a:ea typeface="Arial"/>
                <a:cs typeface="Arial"/>
              </a:defRPr>
            </a:lvl7pPr>
            <a:lvl8pPr algn="l">
              <a:defRPr sz="1125" b="0">
                <a:solidFill>
                  <a:srgbClr val="12233F"/>
                </a:solidFill>
                <a:latin typeface="Arial"/>
                <a:ea typeface="Arial"/>
                <a:cs typeface="Arial"/>
              </a:defRPr>
            </a:lvl8pPr>
            <a:lvl9pPr algn="l">
              <a:defRPr sz="1125" b="0">
                <a:solidFill>
                  <a:srgbClr val="12233F"/>
                </a:solidFill>
                <a:latin typeface="Arial"/>
                <a:ea typeface="Arial"/>
                <a:cs typeface="Arial"/>
              </a:defRPr>
            </a:lvl9pPr>
          </a:lstStyle>
          <a:p xmlns:a="http://schemas.openxmlformats.org/drawingml/2006/main">
            <a:pPr algn="l">
              <a:defRPr sz="1125" b="0">
                <a:solidFill>
                  <a:srgbClr val="12233F"/>
                </a:solidFill>
                <a:latin typeface="Arial"/>
                <a:ea typeface="Arial"/>
                <a:cs typeface="Arial"/>
              </a:defRPr>
            </a:pPr>
            <a:r>
              <a:rPr sz="1125" b="0">
                <a:solidFill>
                  <a:srgbClr val="12233F"/>
                </a:solidFill>
                <a:latin typeface="Arial"/>
                <a:ea typeface="Arial"/>
                <a:cs typeface="Arial"/>
              </a:rPr>
              <a:t>Search · recommend · similar books</a:t>
            </a:r>
          </a:p>
        </p:txBody>
      </p:sp>
      <p:sp>
        <p:nvSpPr>
          <p:cNvPr id="30" name="pill-MANAGE">
            <a:extLst xmlns:a="http://schemas.openxmlformats.org/drawingml/2006/main">
              <a:ext uri="{FF2B5EF4-FFF2-40B4-BE49-F238E27FC236}">
                <a16:creationId xmlns:a16="http://schemas.microsoft.com/office/drawing/2014/main" id="{52C277F9-B9E1-4508-A85C-6DB664534674}"/>
              </a:ext>
            </a:extLst>
          </p:cNvPr>
          <p:cNvSpPr>
            <a:spLocks xmlns:a="http://schemas.openxmlformats.org/drawingml/2006/main" noGrp="1"/>
          </p:cNvSpPr>
          <p:nvPr/>
        </p:nvSpPr>
        <p:spPr>
          <a:xfrm xmlns:a="http://schemas.openxmlformats.org/drawingml/2006/main">
            <a:off x="4267200" y="4524375"/>
            <a:ext cx="1047750" cy="285750"/>
          </a:xfrm>
          <a:prstGeom xmlns:a="http://schemas.openxmlformats.org/drawingml/2006/main" prst="roundRect">
            <a:avLst>
              <a:gd name="adj" fmla="val 26667"/>
            </a:avLst>
          </a:prstGeom>
          <a:solidFill xmlns:a="http://schemas.openxmlformats.org/drawingml/2006/main">
            <a:srgbClr val="E6F2FF"/>
          </a:solidFill>
          <a:ln xmlns:a="http://schemas.openxmlformats.org/drawingml/2006/main" w="0">
            <a:noFill/>
            <a:prstDash val="solid"/>
          </a:ln>
        </p:spPr>
      </p:sp>
      <p:sp>
        <p:nvSpPr>
          <p:cNvPr id="31" name="pill-text-MANAGE">
            <a:extLst xmlns:a="http://schemas.openxmlformats.org/drawingml/2006/main">
              <a:ext uri="{FF2B5EF4-FFF2-40B4-BE49-F238E27FC236}">
                <a16:creationId xmlns:a16="http://schemas.microsoft.com/office/drawing/2014/main" id="{E17B82D0-98BC-406B-823F-D80DF70D1A31}"/>
              </a:ext>
            </a:extLst>
          </p:cNvPr>
          <p:cNvSpPr>
            <a:spLocks xmlns:a="http://schemas.openxmlformats.org/drawingml/2006/main" noGrp="1"/>
          </p:cNvSpPr>
          <p:nvPr/>
        </p:nvSpPr>
        <p:spPr>
          <a:xfrm xmlns:a="http://schemas.openxmlformats.org/drawingml/2006/main">
            <a:off x="4343400" y="4572000"/>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2563EB"/>
                </a:solidFill>
                <a:latin typeface="Arial"/>
                <a:ea typeface="Arial"/>
                <a:cs typeface="Arial"/>
              </a:defRPr>
            </a:defPPr>
            <a:lvl1pPr algn="ctr">
              <a:defRPr sz="975" b="1">
                <a:solidFill>
                  <a:srgbClr val="2563EB"/>
                </a:solidFill>
                <a:latin typeface="Arial"/>
                <a:ea typeface="Arial"/>
                <a:cs typeface="Arial"/>
              </a:defRPr>
            </a:lvl1pPr>
            <a:lvl2pPr algn="ctr">
              <a:defRPr sz="975" b="1">
                <a:solidFill>
                  <a:srgbClr val="2563EB"/>
                </a:solidFill>
                <a:latin typeface="Arial"/>
                <a:ea typeface="Arial"/>
                <a:cs typeface="Arial"/>
              </a:defRPr>
            </a:lvl2pPr>
            <a:lvl3pPr algn="ctr">
              <a:defRPr sz="975" b="1">
                <a:solidFill>
                  <a:srgbClr val="2563EB"/>
                </a:solidFill>
                <a:latin typeface="Arial"/>
                <a:ea typeface="Arial"/>
                <a:cs typeface="Arial"/>
              </a:defRPr>
            </a:lvl3pPr>
            <a:lvl4pPr algn="ctr">
              <a:defRPr sz="975" b="1">
                <a:solidFill>
                  <a:srgbClr val="2563EB"/>
                </a:solidFill>
                <a:latin typeface="Arial"/>
                <a:ea typeface="Arial"/>
                <a:cs typeface="Arial"/>
              </a:defRPr>
            </a:lvl4pPr>
            <a:lvl5pPr algn="ctr">
              <a:defRPr sz="975" b="1">
                <a:solidFill>
                  <a:srgbClr val="2563EB"/>
                </a:solidFill>
                <a:latin typeface="Arial"/>
                <a:ea typeface="Arial"/>
                <a:cs typeface="Arial"/>
              </a:defRPr>
            </a:lvl5pPr>
            <a:lvl6pPr algn="ctr">
              <a:defRPr sz="975" b="1">
                <a:solidFill>
                  <a:srgbClr val="2563EB"/>
                </a:solidFill>
                <a:latin typeface="Arial"/>
                <a:ea typeface="Arial"/>
                <a:cs typeface="Arial"/>
              </a:defRPr>
            </a:lvl6pPr>
            <a:lvl7pPr algn="ctr">
              <a:defRPr sz="975" b="1">
                <a:solidFill>
                  <a:srgbClr val="2563EB"/>
                </a:solidFill>
                <a:latin typeface="Arial"/>
                <a:ea typeface="Arial"/>
                <a:cs typeface="Arial"/>
              </a:defRPr>
            </a:lvl7pPr>
            <a:lvl8pPr algn="ctr">
              <a:defRPr sz="975" b="1">
                <a:solidFill>
                  <a:srgbClr val="2563EB"/>
                </a:solidFill>
                <a:latin typeface="Arial"/>
                <a:ea typeface="Arial"/>
                <a:cs typeface="Arial"/>
              </a:defRPr>
            </a:lvl8pPr>
            <a:lvl9pPr algn="ctr">
              <a:defRPr sz="975" b="1">
                <a:solidFill>
                  <a:srgbClr val="2563EB"/>
                </a:solidFill>
                <a:latin typeface="Arial"/>
                <a:ea typeface="Arial"/>
                <a:cs typeface="Arial"/>
              </a:defRPr>
            </a:lvl9pPr>
          </a:lstStyle>
          <a:p xmlns:a="http://schemas.openxmlformats.org/drawingml/2006/main">
            <a:pPr algn="ctr">
              <a:defRPr sz="975" b="1">
                <a:solidFill>
                  <a:srgbClr val="2563EB"/>
                </a:solidFill>
                <a:latin typeface="Arial"/>
                <a:ea typeface="Arial"/>
                <a:cs typeface="Arial"/>
              </a:defRPr>
            </a:pPr>
            <a:r>
              <a:rPr sz="975" b="1">
                <a:solidFill>
                  <a:srgbClr val="2563EB"/>
                </a:solidFill>
                <a:latin typeface="Arial"/>
                <a:ea typeface="Arial"/>
                <a:cs typeface="Arial"/>
              </a:rPr>
              <a:t>MANAGE</a:t>
            </a:r>
          </a:p>
        </p:txBody>
      </p:sp>
      <p:sp>
        <p:nvSpPr>
          <p:cNvPr id="32" name="cap-1">
            <a:extLst xmlns:a="http://schemas.openxmlformats.org/drawingml/2006/main">
              <a:ext uri="{FF2B5EF4-FFF2-40B4-BE49-F238E27FC236}">
                <a16:creationId xmlns:a16="http://schemas.microsoft.com/office/drawing/2014/main" id="{18932ABC-A0B6-422B-B705-0AA410928888}"/>
              </a:ext>
            </a:extLst>
          </p:cNvPr>
          <p:cNvSpPr>
            <a:spLocks xmlns:a="http://schemas.openxmlformats.org/drawingml/2006/main" noGrp="1"/>
          </p:cNvSpPr>
          <p:nvPr/>
        </p:nvSpPr>
        <p:spPr>
          <a:xfrm xmlns:a="http://schemas.openxmlformats.org/drawingml/2006/main">
            <a:off x="4267200" y="4962525"/>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2233F"/>
                </a:solidFill>
                <a:latin typeface="Arial"/>
                <a:ea typeface="Arial"/>
                <a:cs typeface="Arial"/>
              </a:defRPr>
            </a:defPPr>
            <a:lvl1pPr algn="l">
              <a:defRPr sz="1125" b="0">
                <a:solidFill>
                  <a:srgbClr val="12233F"/>
                </a:solidFill>
                <a:latin typeface="Arial"/>
                <a:ea typeface="Arial"/>
                <a:cs typeface="Arial"/>
              </a:defRPr>
            </a:lvl1pPr>
            <a:lvl2pPr algn="l">
              <a:defRPr sz="1125" b="0">
                <a:solidFill>
                  <a:srgbClr val="12233F"/>
                </a:solidFill>
                <a:latin typeface="Arial"/>
                <a:ea typeface="Arial"/>
                <a:cs typeface="Arial"/>
              </a:defRPr>
            </a:lvl2pPr>
            <a:lvl3pPr algn="l">
              <a:defRPr sz="1125" b="0">
                <a:solidFill>
                  <a:srgbClr val="12233F"/>
                </a:solidFill>
                <a:latin typeface="Arial"/>
                <a:ea typeface="Arial"/>
                <a:cs typeface="Arial"/>
              </a:defRPr>
            </a:lvl3pPr>
            <a:lvl4pPr algn="l">
              <a:defRPr sz="1125" b="0">
                <a:solidFill>
                  <a:srgbClr val="12233F"/>
                </a:solidFill>
                <a:latin typeface="Arial"/>
                <a:ea typeface="Arial"/>
                <a:cs typeface="Arial"/>
              </a:defRPr>
            </a:lvl4pPr>
            <a:lvl5pPr algn="l">
              <a:defRPr sz="1125" b="0">
                <a:solidFill>
                  <a:srgbClr val="12233F"/>
                </a:solidFill>
                <a:latin typeface="Arial"/>
                <a:ea typeface="Arial"/>
                <a:cs typeface="Arial"/>
              </a:defRPr>
            </a:lvl5pPr>
            <a:lvl6pPr algn="l">
              <a:defRPr sz="1125" b="0">
                <a:solidFill>
                  <a:srgbClr val="12233F"/>
                </a:solidFill>
                <a:latin typeface="Arial"/>
                <a:ea typeface="Arial"/>
                <a:cs typeface="Arial"/>
              </a:defRPr>
            </a:lvl6pPr>
            <a:lvl7pPr algn="l">
              <a:defRPr sz="1125" b="0">
                <a:solidFill>
                  <a:srgbClr val="12233F"/>
                </a:solidFill>
                <a:latin typeface="Arial"/>
                <a:ea typeface="Arial"/>
                <a:cs typeface="Arial"/>
              </a:defRPr>
            </a:lvl7pPr>
            <a:lvl8pPr algn="l">
              <a:defRPr sz="1125" b="0">
                <a:solidFill>
                  <a:srgbClr val="12233F"/>
                </a:solidFill>
                <a:latin typeface="Arial"/>
                <a:ea typeface="Arial"/>
                <a:cs typeface="Arial"/>
              </a:defRPr>
            </a:lvl8pPr>
            <a:lvl9pPr algn="l">
              <a:defRPr sz="1125" b="0">
                <a:solidFill>
                  <a:srgbClr val="12233F"/>
                </a:solidFill>
                <a:latin typeface="Arial"/>
                <a:ea typeface="Arial"/>
                <a:cs typeface="Arial"/>
              </a:defRPr>
            </a:lvl9pPr>
          </a:lstStyle>
          <a:p xmlns:a="http://schemas.openxmlformats.org/drawingml/2006/main">
            <a:pPr algn="l">
              <a:defRPr sz="1125" b="0">
                <a:solidFill>
                  <a:srgbClr val="12233F"/>
                </a:solidFill>
                <a:latin typeface="Arial"/>
                <a:ea typeface="Arial"/>
                <a:cs typeface="Arial"/>
              </a:defRPr>
            </a:pPr>
            <a:r>
              <a:rPr sz="1125" b="0">
                <a:solidFill>
                  <a:srgbClr val="12233F"/>
                </a:solidFill>
                <a:latin typeface="Arial"/>
                <a:ea typeface="Arial"/>
                <a:cs typeface="Arial"/>
              </a:rPr>
              <a:t>Progress · favorites · notes · collections</a:t>
            </a:r>
          </a:p>
        </p:txBody>
      </p:sp>
      <p:sp>
        <p:nvSpPr>
          <p:cNvPr id="33" name="pill-REMEMBER">
            <a:extLst xmlns:a="http://schemas.openxmlformats.org/drawingml/2006/main">
              <a:ext uri="{FF2B5EF4-FFF2-40B4-BE49-F238E27FC236}">
                <a16:creationId xmlns:a16="http://schemas.microsoft.com/office/drawing/2014/main" id="{BC69F593-6EEC-41A8-ABE5-96C2FF53FE13}"/>
              </a:ext>
            </a:extLst>
          </p:cNvPr>
          <p:cNvSpPr>
            <a:spLocks xmlns:a="http://schemas.openxmlformats.org/drawingml/2006/main" noGrp="1"/>
          </p:cNvSpPr>
          <p:nvPr/>
        </p:nvSpPr>
        <p:spPr>
          <a:xfrm xmlns:a="http://schemas.openxmlformats.org/drawingml/2006/main">
            <a:off x="7981950" y="4524375"/>
            <a:ext cx="1047750" cy="285750"/>
          </a:xfrm>
          <a:prstGeom xmlns:a="http://schemas.openxmlformats.org/drawingml/2006/main" prst="roundRect">
            <a:avLst>
              <a:gd name="adj" fmla="val 26667"/>
            </a:avLst>
          </a:prstGeom>
          <a:solidFill xmlns:a="http://schemas.openxmlformats.org/drawingml/2006/main">
            <a:srgbClr val="E6F2FF"/>
          </a:solidFill>
          <a:ln xmlns:a="http://schemas.openxmlformats.org/drawingml/2006/main" w="0">
            <a:noFill/>
            <a:prstDash val="solid"/>
          </a:ln>
        </p:spPr>
      </p:sp>
      <p:sp>
        <p:nvSpPr>
          <p:cNvPr id="34" name="pill-text-REMEMBER">
            <a:extLst xmlns:a="http://schemas.openxmlformats.org/drawingml/2006/main">
              <a:ext uri="{FF2B5EF4-FFF2-40B4-BE49-F238E27FC236}">
                <a16:creationId xmlns:a16="http://schemas.microsoft.com/office/drawing/2014/main" id="{E39C370F-991C-41A9-AA6F-96B9B672685A}"/>
              </a:ext>
            </a:extLst>
          </p:cNvPr>
          <p:cNvSpPr>
            <a:spLocks xmlns:a="http://schemas.openxmlformats.org/drawingml/2006/main" noGrp="1"/>
          </p:cNvSpPr>
          <p:nvPr/>
        </p:nvSpPr>
        <p:spPr>
          <a:xfrm xmlns:a="http://schemas.openxmlformats.org/drawingml/2006/main">
            <a:off x="8058150" y="4572000"/>
            <a:ext cx="895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2563EB"/>
                </a:solidFill>
                <a:latin typeface="Arial"/>
                <a:ea typeface="Arial"/>
                <a:cs typeface="Arial"/>
              </a:defRPr>
            </a:defPPr>
            <a:lvl1pPr algn="ctr">
              <a:defRPr sz="975" b="1">
                <a:solidFill>
                  <a:srgbClr val="2563EB"/>
                </a:solidFill>
                <a:latin typeface="Arial"/>
                <a:ea typeface="Arial"/>
                <a:cs typeface="Arial"/>
              </a:defRPr>
            </a:lvl1pPr>
            <a:lvl2pPr algn="ctr">
              <a:defRPr sz="975" b="1">
                <a:solidFill>
                  <a:srgbClr val="2563EB"/>
                </a:solidFill>
                <a:latin typeface="Arial"/>
                <a:ea typeface="Arial"/>
                <a:cs typeface="Arial"/>
              </a:defRPr>
            </a:lvl2pPr>
            <a:lvl3pPr algn="ctr">
              <a:defRPr sz="975" b="1">
                <a:solidFill>
                  <a:srgbClr val="2563EB"/>
                </a:solidFill>
                <a:latin typeface="Arial"/>
                <a:ea typeface="Arial"/>
                <a:cs typeface="Arial"/>
              </a:defRPr>
            </a:lvl3pPr>
            <a:lvl4pPr algn="ctr">
              <a:defRPr sz="975" b="1">
                <a:solidFill>
                  <a:srgbClr val="2563EB"/>
                </a:solidFill>
                <a:latin typeface="Arial"/>
                <a:ea typeface="Arial"/>
                <a:cs typeface="Arial"/>
              </a:defRPr>
            </a:lvl4pPr>
            <a:lvl5pPr algn="ctr">
              <a:defRPr sz="975" b="1">
                <a:solidFill>
                  <a:srgbClr val="2563EB"/>
                </a:solidFill>
                <a:latin typeface="Arial"/>
                <a:ea typeface="Arial"/>
                <a:cs typeface="Arial"/>
              </a:defRPr>
            </a:lvl5pPr>
            <a:lvl6pPr algn="ctr">
              <a:defRPr sz="975" b="1">
                <a:solidFill>
                  <a:srgbClr val="2563EB"/>
                </a:solidFill>
                <a:latin typeface="Arial"/>
                <a:ea typeface="Arial"/>
                <a:cs typeface="Arial"/>
              </a:defRPr>
            </a:lvl6pPr>
            <a:lvl7pPr algn="ctr">
              <a:defRPr sz="975" b="1">
                <a:solidFill>
                  <a:srgbClr val="2563EB"/>
                </a:solidFill>
                <a:latin typeface="Arial"/>
                <a:ea typeface="Arial"/>
                <a:cs typeface="Arial"/>
              </a:defRPr>
            </a:lvl7pPr>
            <a:lvl8pPr algn="ctr">
              <a:defRPr sz="975" b="1">
                <a:solidFill>
                  <a:srgbClr val="2563EB"/>
                </a:solidFill>
                <a:latin typeface="Arial"/>
                <a:ea typeface="Arial"/>
                <a:cs typeface="Arial"/>
              </a:defRPr>
            </a:lvl8pPr>
            <a:lvl9pPr algn="ctr">
              <a:defRPr sz="975" b="1">
                <a:solidFill>
                  <a:srgbClr val="2563EB"/>
                </a:solidFill>
                <a:latin typeface="Arial"/>
                <a:ea typeface="Arial"/>
                <a:cs typeface="Arial"/>
              </a:defRPr>
            </a:lvl9pPr>
          </a:lstStyle>
          <a:p xmlns:a="http://schemas.openxmlformats.org/drawingml/2006/main">
            <a:pPr algn="ctr">
              <a:defRPr sz="975" b="1">
                <a:solidFill>
                  <a:srgbClr val="2563EB"/>
                </a:solidFill>
                <a:latin typeface="Arial"/>
                <a:ea typeface="Arial"/>
                <a:cs typeface="Arial"/>
              </a:defRPr>
            </a:pPr>
            <a:r>
              <a:rPr sz="975" b="1">
                <a:solidFill>
                  <a:srgbClr val="2563EB"/>
                </a:solidFill>
                <a:latin typeface="Arial"/>
                <a:ea typeface="Arial"/>
                <a:cs typeface="Arial"/>
              </a:rPr>
              <a:t>REMEMBER</a:t>
            </a:r>
          </a:p>
        </p:txBody>
      </p:sp>
      <p:sp>
        <p:nvSpPr>
          <p:cNvPr id="35" name="cap-2">
            <a:extLst xmlns:a="http://schemas.openxmlformats.org/drawingml/2006/main">
              <a:ext uri="{FF2B5EF4-FFF2-40B4-BE49-F238E27FC236}">
                <a16:creationId xmlns:a16="http://schemas.microsoft.com/office/drawing/2014/main" id="{59D450D1-48F2-451A-BFB2-D9E1BAA6189B}"/>
              </a:ext>
            </a:extLst>
          </p:cNvPr>
          <p:cNvSpPr>
            <a:spLocks xmlns:a="http://schemas.openxmlformats.org/drawingml/2006/main" noGrp="1"/>
          </p:cNvSpPr>
          <p:nvPr/>
        </p:nvSpPr>
        <p:spPr>
          <a:xfrm xmlns:a="http://schemas.openxmlformats.org/drawingml/2006/main">
            <a:off x="7981950" y="4962525"/>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2233F"/>
                </a:solidFill>
                <a:latin typeface="Arial"/>
                <a:ea typeface="Arial"/>
                <a:cs typeface="Arial"/>
              </a:defRPr>
            </a:defPPr>
            <a:lvl1pPr algn="l">
              <a:defRPr sz="1125" b="0">
                <a:solidFill>
                  <a:srgbClr val="12233F"/>
                </a:solidFill>
                <a:latin typeface="Arial"/>
                <a:ea typeface="Arial"/>
                <a:cs typeface="Arial"/>
              </a:defRPr>
            </a:lvl1pPr>
            <a:lvl2pPr algn="l">
              <a:defRPr sz="1125" b="0">
                <a:solidFill>
                  <a:srgbClr val="12233F"/>
                </a:solidFill>
                <a:latin typeface="Arial"/>
                <a:ea typeface="Arial"/>
                <a:cs typeface="Arial"/>
              </a:defRPr>
            </a:lvl2pPr>
            <a:lvl3pPr algn="l">
              <a:defRPr sz="1125" b="0">
                <a:solidFill>
                  <a:srgbClr val="12233F"/>
                </a:solidFill>
                <a:latin typeface="Arial"/>
                <a:ea typeface="Arial"/>
                <a:cs typeface="Arial"/>
              </a:defRPr>
            </a:lvl3pPr>
            <a:lvl4pPr algn="l">
              <a:defRPr sz="1125" b="0">
                <a:solidFill>
                  <a:srgbClr val="12233F"/>
                </a:solidFill>
                <a:latin typeface="Arial"/>
                <a:ea typeface="Arial"/>
                <a:cs typeface="Arial"/>
              </a:defRPr>
            </a:lvl4pPr>
            <a:lvl5pPr algn="l">
              <a:defRPr sz="1125" b="0">
                <a:solidFill>
                  <a:srgbClr val="12233F"/>
                </a:solidFill>
                <a:latin typeface="Arial"/>
                <a:ea typeface="Arial"/>
                <a:cs typeface="Arial"/>
              </a:defRPr>
            </a:lvl5pPr>
            <a:lvl6pPr algn="l">
              <a:defRPr sz="1125" b="0">
                <a:solidFill>
                  <a:srgbClr val="12233F"/>
                </a:solidFill>
                <a:latin typeface="Arial"/>
                <a:ea typeface="Arial"/>
                <a:cs typeface="Arial"/>
              </a:defRPr>
            </a:lvl6pPr>
            <a:lvl7pPr algn="l">
              <a:defRPr sz="1125" b="0">
                <a:solidFill>
                  <a:srgbClr val="12233F"/>
                </a:solidFill>
                <a:latin typeface="Arial"/>
                <a:ea typeface="Arial"/>
                <a:cs typeface="Arial"/>
              </a:defRPr>
            </a:lvl7pPr>
            <a:lvl8pPr algn="l">
              <a:defRPr sz="1125" b="0">
                <a:solidFill>
                  <a:srgbClr val="12233F"/>
                </a:solidFill>
                <a:latin typeface="Arial"/>
                <a:ea typeface="Arial"/>
                <a:cs typeface="Arial"/>
              </a:defRPr>
            </a:lvl8pPr>
            <a:lvl9pPr algn="l">
              <a:defRPr sz="1125" b="0">
                <a:solidFill>
                  <a:srgbClr val="12233F"/>
                </a:solidFill>
                <a:latin typeface="Arial"/>
                <a:ea typeface="Arial"/>
                <a:cs typeface="Arial"/>
              </a:defRPr>
            </a:lvl9pPr>
          </a:lstStyle>
          <a:p xmlns:a="http://schemas.openxmlformats.org/drawingml/2006/main">
            <a:pPr algn="l">
              <a:defRPr sz="1125" b="0">
                <a:solidFill>
                  <a:srgbClr val="12233F"/>
                </a:solidFill>
                <a:latin typeface="Arial"/>
                <a:ea typeface="Arial"/>
                <a:cs typeface="Arial"/>
              </a:defRPr>
            </a:pPr>
            <a:r>
              <a:rPr sz="1125" b="0">
                <a:solidFill>
                  <a:srgbClr val="12233F"/>
                </a:solidFill>
                <a:latin typeface="Arial"/>
                <a:ea typeface="Arial"/>
                <a:cs typeface="Arial"/>
              </a:rPr>
              <a:t>Profile · ratings · reading journey</a:t>
            </a:r>
          </a:p>
        </p:txBody>
      </p:sp>
      <p:sp>
        <p:nvSpPr>
          <p:cNvPr id="36" name="workflow-note">
            <a:extLst xmlns:a="http://schemas.openxmlformats.org/drawingml/2006/main">
              <a:ext uri="{FF2B5EF4-FFF2-40B4-BE49-F238E27FC236}">
                <a16:creationId xmlns:a16="http://schemas.microsoft.com/office/drawing/2014/main" id="{9C59E5AE-EBFD-4CCD-9427-8C2161393B0F}"/>
              </a:ext>
            </a:extLst>
          </p:cNvPr>
          <p:cNvSpPr>
            <a:spLocks xmlns:a="http://schemas.openxmlformats.org/drawingml/2006/main" noGrp="1"/>
          </p:cNvSpPr>
          <p:nvPr/>
        </p:nvSpPr>
        <p:spPr>
          <a:xfrm xmlns:a="http://schemas.openxmlformats.org/drawingml/2006/main">
            <a:off x="552450" y="57245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563EB"/>
                </a:solidFill>
                <a:latin typeface="Arial"/>
                <a:ea typeface="Arial"/>
                <a:cs typeface="Arial"/>
              </a:defRPr>
            </a:defPPr>
            <a:lvl1pPr algn="l">
              <a:defRPr sz="1200" b="1">
                <a:solidFill>
                  <a:srgbClr val="2563EB"/>
                </a:solidFill>
                <a:latin typeface="Arial"/>
                <a:ea typeface="Arial"/>
                <a:cs typeface="Arial"/>
              </a:defRPr>
            </a:lvl1pPr>
            <a:lvl2pPr algn="l">
              <a:defRPr sz="1200" b="1">
                <a:solidFill>
                  <a:srgbClr val="2563EB"/>
                </a:solidFill>
                <a:latin typeface="Arial"/>
                <a:ea typeface="Arial"/>
                <a:cs typeface="Arial"/>
              </a:defRPr>
            </a:lvl2pPr>
            <a:lvl3pPr algn="l">
              <a:defRPr sz="1200" b="1">
                <a:solidFill>
                  <a:srgbClr val="2563EB"/>
                </a:solidFill>
                <a:latin typeface="Arial"/>
                <a:ea typeface="Arial"/>
                <a:cs typeface="Arial"/>
              </a:defRPr>
            </a:lvl3pPr>
            <a:lvl4pPr algn="l">
              <a:defRPr sz="1200" b="1">
                <a:solidFill>
                  <a:srgbClr val="2563EB"/>
                </a:solidFill>
                <a:latin typeface="Arial"/>
                <a:ea typeface="Arial"/>
                <a:cs typeface="Arial"/>
              </a:defRPr>
            </a:lvl4pPr>
            <a:lvl5pPr algn="l">
              <a:defRPr sz="1200" b="1">
                <a:solidFill>
                  <a:srgbClr val="2563EB"/>
                </a:solidFill>
                <a:latin typeface="Arial"/>
                <a:ea typeface="Arial"/>
                <a:cs typeface="Arial"/>
              </a:defRPr>
            </a:lvl5pPr>
            <a:lvl6pPr algn="l">
              <a:defRPr sz="1200" b="1">
                <a:solidFill>
                  <a:srgbClr val="2563EB"/>
                </a:solidFill>
                <a:latin typeface="Arial"/>
                <a:ea typeface="Arial"/>
                <a:cs typeface="Arial"/>
              </a:defRPr>
            </a:lvl6pPr>
            <a:lvl7pPr algn="l">
              <a:defRPr sz="1200" b="1">
                <a:solidFill>
                  <a:srgbClr val="2563EB"/>
                </a:solidFill>
                <a:latin typeface="Arial"/>
                <a:ea typeface="Arial"/>
                <a:cs typeface="Arial"/>
              </a:defRPr>
            </a:lvl7pPr>
            <a:lvl8pPr algn="l">
              <a:defRPr sz="1200" b="1">
                <a:solidFill>
                  <a:srgbClr val="2563EB"/>
                </a:solidFill>
                <a:latin typeface="Arial"/>
                <a:ea typeface="Arial"/>
                <a:cs typeface="Arial"/>
              </a:defRPr>
            </a:lvl8pPr>
            <a:lvl9pPr algn="l">
              <a:defRPr sz="1200" b="1">
                <a:solidFill>
                  <a:srgbClr val="2563EB"/>
                </a:solidFill>
                <a:latin typeface="Arial"/>
                <a:ea typeface="Arial"/>
                <a:cs typeface="Arial"/>
              </a:defRPr>
            </a:lvl9pPr>
          </a:lstStyle>
          <a:p xmlns:a="http://schemas.openxmlformats.org/drawingml/2006/main">
            <a:pPr algn="l">
              <a:defRPr sz="1200" b="1">
                <a:solidFill>
                  <a:srgbClr val="2563EB"/>
                </a:solidFill>
                <a:latin typeface="Arial"/>
                <a:ea typeface="Arial"/>
                <a:cs typeface="Arial"/>
              </a:defRPr>
            </a:pPr>
            <a:r>
              <a:rPr sz="1200" b="1">
                <a:solidFill>
                  <a:srgbClr val="2563EB"/>
                </a:solidFill>
                <a:latin typeface="Arial"/>
                <a:ea typeface="Arial"/>
                <a:cs typeface="Arial"/>
              </a:rPr>
              <a:t>One agent · deterministic tools · persistent local memory</a:t>
            </a:r>
          </a:p>
        </p:txBody>
      </p:sp>
    </p:spTree>
    <p:extLst>
      <p:ext uri="{BB962C8B-B14F-4D97-AF65-F5344CB8AC3E}">
        <p14:creationId xmlns:p14="http://schemas.microsoft.com/office/powerpoint/2010/main" val="1066281266"/>
      </p:ext>
    </p:extLst>
  </p:cSld>
</p:sld>
</file>

<file path=ppt/slides/slide4.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33" name="top-accent">
            <a:extLst xmlns:a="http://schemas.openxmlformats.org/drawingml/2006/main">
              <a:ext uri="{FF2B5EF4-FFF2-40B4-BE49-F238E27FC236}">
                <a16:creationId xmlns:a16="http://schemas.microsoft.com/office/drawing/2014/main" id="{43A6BB3A-D999-41C2-83EC-2AC75C714ED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72318E92-0E15-472F-9130-270D61FCD2A1}"/>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ARCHITECTURE</a:t>
            </a:r>
          </a:p>
        </p:txBody>
      </p:sp>
      <p:sp>
        <p:nvSpPr>
          <p:cNvPr id="3" name="slide-title">
            <a:extLst xmlns:a="http://schemas.openxmlformats.org/drawingml/2006/main">
              <a:ext uri="{FF2B5EF4-FFF2-40B4-BE49-F238E27FC236}">
                <a16:creationId xmlns:a16="http://schemas.microsoft.com/office/drawing/2014/main" id="{31674966-C063-4116-B3C0-83F31A515059}"/>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Single-agent system architecture</a:t>
            </a:r>
          </a:p>
        </p:txBody>
      </p:sp>
      <p:sp>
        <p:nvSpPr>
          <p:cNvPr id="4" name="footer-line">
            <a:extLst xmlns:a="http://schemas.openxmlformats.org/drawingml/2006/main">
              <a:ext uri="{FF2B5EF4-FFF2-40B4-BE49-F238E27FC236}">
                <a16:creationId xmlns:a16="http://schemas.microsoft.com/office/drawing/2014/main" id="{9857B010-2DA0-47A6-92E4-877D8BBFDB0C}"/>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A02E3A38-8E7D-4EE0-8993-3548D14CB85E}"/>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2D8FA3C4-581F-4E11-9958-CFB3046E1697}"/>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04</a:t>
            </a:r>
          </a:p>
        </p:txBody>
      </p:sp>
      <p:sp>
        <p:nvSpPr>
          <p:cNvPr id="7" name="arch-layer-0">
            <a:extLst xmlns:a="http://schemas.openxmlformats.org/drawingml/2006/main">
              <a:ext uri="{FF2B5EF4-FFF2-40B4-BE49-F238E27FC236}">
                <a16:creationId xmlns:a16="http://schemas.microsoft.com/office/drawing/2014/main" id="{1D983505-DDA2-459B-9532-E8A32D388630}"/>
              </a:ext>
            </a:extLst>
          </p:cNvPr>
          <p:cNvSpPr>
            <a:spLocks xmlns:a="http://schemas.openxmlformats.org/drawingml/2006/main" noGrp="1"/>
          </p:cNvSpPr>
          <p:nvPr/>
        </p:nvSpPr>
        <p:spPr>
          <a:xfrm xmlns:a="http://schemas.openxmlformats.org/drawingml/2006/main">
            <a:off x="2619375" y="1438275"/>
            <a:ext cx="69532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C9D9EC"/>
            </a:solidFill>
            <a:prstDash val="solid"/>
          </a:ln>
        </p:spPr>
      </p:sp>
      <p:sp>
        <p:nvSpPr>
          <p:cNvPr id="8" name="arch-title-0">
            <a:extLst xmlns:a="http://schemas.openxmlformats.org/drawingml/2006/main">
              <a:ext uri="{FF2B5EF4-FFF2-40B4-BE49-F238E27FC236}">
                <a16:creationId xmlns:a16="http://schemas.microsoft.com/office/drawing/2014/main" id="{E50B1DE3-54F8-47B0-9080-99D0E272D7CA}"/>
              </a:ext>
            </a:extLst>
          </p:cNvPr>
          <p:cNvSpPr>
            <a:spLocks xmlns:a="http://schemas.openxmlformats.org/drawingml/2006/main" noGrp="1"/>
          </p:cNvSpPr>
          <p:nvPr/>
        </p:nvSpPr>
        <p:spPr>
          <a:xfrm xmlns:a="http://schemas.openxmlformats.org/drawingml/2006/main">
            <a:off x="2809875" y="15240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B1730"/>
                </a:solidFill>
                <a:latin typeface="Arial"/>
                <a:ea typeface="Arial"/>
                <a:cs typeface="Arial"/>
              </a:defRPr>
            </a:defPPr>
            <a:lvl1pPr algn="l">
              <a:defRPr sz="1275" b="1">
                <a:solidFill>
                  <a:srgbClr val="0B1730"/>
                </a:solidFill>
                <a:latin typeface="Arial"/>
                <a:ea typeface="Arial"/>
                <a:cs typeface="Arial"/>
              </a:defRPr>
            </a:lvl1pPr>
            <a:lvl2pPr algn="l">
              <a:defRPr sz="1275" b="1">
                <a:solidFill>
                  <a:srgbClr val="0B1730"/>
                </a:solidFill>
                <a:latin typeface="Arial"/>
                <a:ea typeface="Arial"/>
                <a:cs typeface="Arial"/>
              </a:defRPr>
            </a:lvl2pPr>
            <a:lvl3pPr algn="l">
              <a:defRPr sz="1275" b="1">
                <a:solidFill>
                  <a:srgbClr val="0B1730"/>
                </a:solidFill>
                <a:latin typeface="Arial"/>
                <a:ea typeface="Arial"/>
                <a:cs typeface="Arial"/>
              </a:defRPr>
            </a:lvl3pPr>
            <a:lvl4pPr algn="l">
              <a:defRPr sz="1275" b="1">
                <a:solidFill>
                  <a:srgbClr val="0B1730"/>
                </a:solidFill>
                <a:latin typeface="Arial"/>
                <a:ea typeface="Arial"/>
                <a:cs typeface="Arial"/>
              </a:defRPr>
            </a:lvl4pPr>
            <a:lvl5pPr algn="l">
              <a:defRPr sz="1275" b="1">
                <a:solidFill>
                  <a:srgbClr val="0B1730"/>
                </a:solidFill>
                <a:latin typeface="Arial"/>
                <a:ea typeface="Arial"/>
                <a:cs typeface="Arial"/>
              </a:defRPr>
            </a:lvl5pPr>
            <a:lvl6pPr algn="l">
              <a:defRPr sz="1275" b="1">
                <a:solidFill>
                  <a:srgbClr val="0B1730"/>
                </a:solidFill>
                <a:latin typeface="Arial"/>
                <a:ea typeface="Arial"/>
                <a:cs typeface="Arial"/>
              </a:defRPr>
            </a:lvl6pPr>
            <a:lvl7pPr algn="l">
              <a:defRPr sz="1275" b="1">
                <a:solidFill>
                  <a:srgbClr val="0B1730"/>
                </a:solidFill>
                <a:latin typeface="Arial"/>
                <a:ea typeface="Arial"/>
                <a:cs typeface="Arial"/>
              </a:defRPr>
            </a:lvl7pPr>
            <a:lvl8pPr algn="l">
              <a:defRPr sz="1275" b="1">
                <a:solidFill>
                  <a:srgbClr val="0B1730"/>
                </a:solidFill>
                <a:latin typeface="Arial"/>
                <a:ea typeface="Arial"/>
                <a:cs typeface="Arial"/>
              </a:defRPr>
            </a:lvl8pPr>
            <a:lvl9pPr algn="l">
              <a:defRPr sz="1275" b="1">
                <a:solidFill>
                  <a:srgbClr val="0B1730"/>
                </a:solidFill>
                <a:latin typeface="Arial"/>
                <a:ea typeface="Arial"/>
                <a:cs typeface="Arial"/>
              </a:defRPr>
            </a:lvl9pPr>
          </a:lstStyle>
          <a:p xmlns:a="http://schemas.openxmlformats.org/drawingml/2006/main">
            <a:pPr algn="l">
              <a:defRPr sz="1275" b="1">
                <a:solidFill>
                  <a:srgbClr val="0B1730"/>
                </a:solidFill>
                <a:latin typeface="Arial"/>
                <a:ea typeface="Arial"/>
                <a:cs typeface="Arial"/>
              </a:defRPr>
            </a:pPr>
            <a:r>
              <a:rPr sz="1275" b="1">
                <a:solidFill>
                  <a:srgbClr val="0B1730"/>
                </a:solidFill>
                <a:latin typeface="Arial"/>
                <a:ea typeface="Arial"/>
                <a:cs typeface="Arial"/>
              </a:rPr>
              <a:t>Streamlit UI</a:t>
            </a:r>
          </a:p>
        </p:txBody>
      </p:sp>
      <p:sp>
        <p:nvSpPr>
          <p:cNvPr id="9" name="arch-desc-0">
            <a:extLst xmlns:a="http://schemas.openxmlformats.org/drawingml/2006/main">
              <a:ext uri="{FF2B5EF4-FFF2-40B4-BE49-F238E27FC236}">
                <a16:creationId xmlns:a16="http://schemas.microsoft.com/office/drawing/2014/main" id="{D0F33A47-418C-4E93-8638-6D0F2CA28DF9}"/>
              </a:ext>
            </a:extLst>
          </p:cNvPr>
          <p:cNvSpPr>
            <a:spLocks xmlns:a="http://schemas.openxmlformats.org/drawingml/2006/main" noGrp="1"/>
          </p:cNvSpPr>
          <p:nvPr/>
        </p:nvSpPr>
        <p:spPr>
          <a:xfrm xmlns:a="http://schemas.openxmlformats.org/drawingml/2006/main">
            <a:off x="5238750" y="15525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52647E"/>
                </a:solidFill>
                <a:latin typeface="Arial"/>
                <a:ea typeface="Arial"/>
                <a:cs typeface="Arial"/>
              </a:defRPr>
            </a:defPPr>
            <a:lvl1pPr algn="r">
              <a:defRPr sz="1050" b="0">
                <a:solidFill>
                  <a:srgbClr val="52647E"/>
                </a:solidFill>
                <a:latin typeface="Arial"/>
                <a:ea typeface="Arial"/>
                <a:cs typeface="Arial"/>
              </a:defRPr>
            </a:lvl1pPr>
            <a:lvl2pPr algn="r">
              <a:defRPr sz="1050" b="0">
                <a:solidFill>
                  <a:srgbClr val="52647E"/>
                </a:solidFill>
                <a:latin typeface="Arial"/>
                <a:ea typeface="Arial"/>
                <a:cs typeface="Arial"/>
              </a:defRPr>
            </a:lvl2pPr>
            <a:lvl3pPr algn="r">
              <a:defRPr sz="1050" b="0">
                <a:solidFill>
                  <a:srgbClr val="52647E"/>
                </a:solidFill>
                <a:latin typeface="Arial"/>
                <a:ea typeface="Arial"/>
                <a:cs typeface="Arial"/>
              </a:defRPr>
            </a:lvl3pPr>
            <a:lvl4pPr algn="r">
              <a:defRPr sz="1050" b="0">
                <a:solidFill>
                  <a:srgbClr val="52647E"/>
                </a:solidFill>
                <a:latin typeface="Arial"/>
                <a:ea typeface="Arial"/>
                <a:cs typeface="Arial"/>
              </a:defRPr>
            </a:lvl4pPr>
            <a:lvl5pPr algn="r">
              <a:defRPr sz="1050" b="0">
                <a:solidFill>
                  <a:srgbClr val="52647E"/>
                </a:solidFill>
                <a:latin typeface="Arial"/>
                <a:ea typeface="Arial"/>
                <a:cs typeface="Arial"/>
              </a:defRPr>
            </a:lvl5pPr>
            <a:lvl6pPr algn="r">
              <a:defRPr sz="1050" b="0">
                <a:solidFill>
                  <a:srgbClr val="52647E"/>
                </a:solidFill>
                <a:latin typeface="Arial"/>
                <a:ea typeface="Arial"/>
                <a:cs typeface="Arial"/>
              </a:defRPr>
            </a:lvl6pPr>
            <a:lvl7pPr algn="r">
              <a:defRPr sz="1050" b="0">
                <a:solidFill>
                  <a:srgbClr val="52647E"/>
                </a:solidFill>
                <a:latin typeface="Arial"/>
                <a:ea typeface="Arial"/>
                <a:cs typeface="Arial"/>
              </a:defRPr>
            </a:lvl7pPr>
            <a:lvl8pPr algn="r">
              <a:defRPr sz="1050" b="0">
                <a:solidFill>
                  <a:srgbClr val="52647E"/>
                </a:solidFill>
                <a:latin typeface="Arial"/>
                <a:ea typeface="Arial"/>
                <a:cs typeface="Arial"/>
              </a:defRPr>
            </a:lvl8pPr>
            <a:lvl9pPr algn="r">
              <a:defRPr sz="1050" b="0">
                <a:solidFill>
                  <a:srgbClr val="52647E"/>
                </a:solidFill>
                <a:latin typeface="Arial"/>
                <a:ea typeface="Arial"/>
                <a:cs typeface="Arial"/>
              </a:defRPr>
            </a:lvl9pPr>
          </a:lstStyle>
          <a:p xmlns:a="http://schemas.openxmlformats.org/drawingml/2006/main">
            <a:pPr algn="r">
              <a:defRPr sz="1050" b="0">
                <a:solidFill>
                  <a:srgbClr val="52647E"/>
                </a:solidFill>
                <a:latin typeface="Arial"/>
                <a:ea typeface="Arial"/>
                <a:cs typeface="Arial"/>
              </a:defRPr>
            </a:pPr>
            <a:r>
              <a:rPr sz="1050" b="0">
                <a:solidFill>
                  <a:srgbClr val="52647E"/>
                </a:solidFill>
                <a:latin typeface="Arial"/>
                <a:ea typeface="Arial"/>
                <a:cs typeface="Arial"/>
              </a:rPr>
              <a:t>Chat · folder selection · dashboard · execution events</a:t>
            </a:r>
          </a:p>
        </p:txBody>
      </p:sp>
      <p:sp>
        <p:nvSpPr>
          <p:cNvPr id="10" name="arch-down-0">
            <a:extLst xmlns:a="http://schemas.openxmlformats.org/drawingml/2006/main">
              <a:ext uri="{FF2B5EF4-FFF2-40B4-BE49-F238E27FC236}">
                <a16:creationId xmlns:a16="http://schemas.microsoft.com/office/drawing/2014/main" id="{423DFB62-DB92-4DCD-B493-11FA97E56CB2}"/>
              </a:ext>
            </a:extLst>
          </p:cNvPr>
          <p:cNvSpPr>
            <a:spLocks xmlns:a="http://schemas.openxmlformats.org/drawingml/2006/main" noGrp="1"/>
          </p:cNvSpPr>
          <p:nvPr/>
        </p:nvSpPr>
        <p:spPr>
          <a:xfrm xmlns:a="http://schemas.openxmlformats.org/drawingml/2006/main">
            <a:off x="5905500" y="19621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563EB"/>
                </a:solidFill>
                <a:latin typeface="Arial"/>
                <a:ea typeface="Arial"/>
                <a:cs typeface="Arial"/>
              </a:defRPr>
            </a:defPPr>
            <a:lvl1pPr algn="ctr">
              <a:defRPr sz="1350" b="1">
                <a:solidFill>
                  <a:srgbClr val="2563EB"/>
                </a:solidFill>
                <a:latin typeface="Arial"/>
                <a:ea typeface="Arial"/>
                <a:cs typeface="Arial"/>
              </a:defRPr>
            </a:lvl1pPr>
            <a:lvl2pPr algn="ctr">
              <a:defRPr sz="1350" b="1">
                <a:solidFill>
                  <a:srgbClr val="2563EB"/>
                </a:solidFill>
                <a:latin typeface="Arial"/>
                <a:ea typeface="Arial"/>
                <a:cs typeface="Arial"/>
              </a:defRPr>
            </a:lvl2pPr>
            <a:lvl3pPr algn="ctr">
              <a:defRPr sz="1350" b="1">
                <a:solidFill>
                  <a:srgbClr val="2563EB"/>
                </a:solidFill>
                <a:latin typeface="Arial"/>
                <a:ea typeface="Arial"/>
                <a:cs typeface="Arial"/>
              </a:defRPr>
            </a:lvl3pPr>
            <a:lvl4pPr algn="ctr">
              <a:defRPr sz="1350" b="1">
                <a:solidFill>
                  <a:srgbClr val="2563EB"/>
                </a:solidFill>
                <a:latin typeface="Arial"/>
                <a:ea typeface="Arial"/>
                <a:cs typeface="Arial"/>
              </a:defRPr>
            </a:lvl4pPr>
            <a:lvl5pPr algn="ctr">
              <a:defRPr sz="1350" b="1">
                <a:solidFill>
                  <a:srgbClr val="2563EB"/>
                </a:solidFill>
                <a:latin typeface="Arial"/>
                <a:ea typeface="Arial"/>
                <a:cs typeface="Arial"/>
              </a:defRPr>
            </a:lvl5pPr>
            <a:lvl6pPr algn="ctr">
              <a:defRPr sz="1350" b="1">
                <a:solidFill>
                  <a:srgbClr val="2563EB"/>
                </a:solidFill>
                <a:latin typeface="Arial"/>
                <a:ea typeface="Arial"/>
                <a:cs typeface="Arial"/>
              </a:defRPr>
            </a:lvl6pPr>
            <a:lvl7pPr algn="ctr">
              <a:defRPr sz="1350" b="1">
                <a:solidFill>
                  <a:srgbClr val="2563EB"/>
                </a:solidFill>
                <a:latin typeface="Arial"/>
                <a:ea typeface="Arial"/>
                <a:cs typeface="Arial"/>
              </a:defRPr>
            </a:lvl7pPr>
            <a:lvl8pPr algn="ctr">
              <a:defRPr sz="1350" b="1">
                <a:solidFill>
                  <a:srgbClr val="2563EB"/>
                </a:solidFill>
                <a:latin typeface="Arial"/>
                <a:ea typeface="Arial"/>
                <a:cs typeface="Arial"/>
              </a:defRPr>
            </a:lvl8pPr>
            <a:lvl9pPr algn="ctr">
              <a:defRPr sz="1350" b="1">
                <a:solidFill>
                  <a:srgbClr val="2563EB"/>
                </a:solidFill>
                <a:latin typeface="Arial"/>
                <a:ea typeface="Arial"/>
                <a:cs typeface="Arial"/>
              </a:defRPr>
            </a:lvl9pPr>
          </a:lstStyle>
          <a:p xmlns:a="http://schemas.openxmlformats.org/drawingml/2006/main">
            <a:pPr algn="ctr">
              <a:defRPr sz="1350" b="1">
                <a:solidFill>
                  <a:srgbClr val="2563EB"/>
                </a:solidFill>
                <a:latin typeface="Arial"/>
                <a:ea typeface="Arial"/>
                <a:cs typeface="Arial"/>
              </a:defRPr>
            </a:pPr>
            <a:r>
              <a:rPr sz="1350" b="1">
                <a:solidFill>
                  <a:srgbClr val="2563EB"/>
                </a:solidFill>
                <a:latin typeface="Arial"/>
                <a:ea typeface="Arial"/>
                <a:cs typeface="Arial"/>
              </a:rPr>
              <a:t>↓</a:t>
            </a:r>
          </a:p>
        </p:txBody>
      </p:sp>
      <p:sp>
        <p:nvSpPr>
          <p:cNvPr id="11" name="arch-layer-1">
            <a:extLst xmlns:a="http://schemas.openxmlformats.org/drawingml/2006/main">
              <a:ext uri="{FF2B5EF4-FFF2-40B4-BE49-F238E27FC236}">
                <a16:creationId xmlns:a16="http://schemas.microsoft.com/office/drawing/2014/main" id="{AC0225D0-22D8-4640-8C3F-70A2151489ED}"/>
              </a:ext>
            </a:extLst>
          </p:cNvPr>
          <p:cNvSpPr>
            <a:spLocks xmlns:a="http://schemas.openxmlformats.org/drawingml/2006/main" noGrp="1"/>
          </p:cNvSpPr>
          <p:nvPr/>
        </p:nvSpPr>
        <p:spPr>
          <a:xfrm xmlns:a="http://schemas.openxmlformats.org/drawingml/2006/main">
            <a:off x="2619375" y="2190750"/>
            <a:ext cx="6953250" cy="552450"/>
          </a:xfrm>
          <a:prstGeom xmlns:a="http://schemas.openxmlformats.org/drawingml/2006/main" prst="roundRect">
            <a:avLst>
              <a:gd name="adj" fmla="val 13793"/>
            </a:avLst>
          </a:prstGeom>
          <a:solidFill xmlns:a="http://schemas.openxmlformats.org/drawingml/2006/main">
            <a:srgbClr val="EFF6FF"/>
          </a:solidFill>
          <a:ln xmlns:a="http://schemas.openxmlformats.org/drawingml/2006/main" w="9525">
            <a:solidFill>
              <a:srgbClr val="C9D9EC"/>
            </a:solidFill>
            <a:prstDash val="solid"/>
          </a:ln>
        </p:spPr>
      </p:sp>
      <p:sp>
        <p:nvSpPr>
          <p:cNvPr id="12" name="arch-title-1">
            <a:extLst xmlns:a="http://schemas.openxmlformats.org/drawingml/2006/main">
              <a:ext uri="{FF2B5EF4-FFF2-40B4-BE49-F238E27FC236}">
                <a16:creationId xmlns:a16="http://schemas.microsoft.com/office/drawing/2014/main" id="{63AACE11-90A3-43C7-B4A6-9C9E3AC6AD71}"/>
              </a:ext>
            </a:extLst>
          </p:cNvPr>
          <p:cNvSpPr>
            <a:spLocks xmlns:a="http://schemas.openxmlformats.org/drawingml/2006/main" noGrp="1"/>
          </p:cNvSpPr>
          <p:nvPr/>
        </p:nvSpPr>
        <p:spPr>
          <a:xfrm xmlns:a="http://schemas.openxmlformats.org/drawingml/2006/main">
            <a:off x="2809875" y="227647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B1730"/>
                </a:solidFill>
                <a:latin typeface="Arial"/>
                <a:ea typeface="Arial"/>
                <a:cs typeface="Arial"/>
              </a:defRPr>
            </a:defPPr>
            <a:lvl1pPr algn="l">
              <a:defRPr sz="1275" b="1">
                <a:solidFill>
                  <a:srgbClr val="0B1730"/>
                </a:solidFill>
                <a:latin typeface="Arial"/>
                <a:ea typeface="Arial"/>
                <a:cs typeface="Arial"/>
              </a:defRPr>
            </a:lvl1pPr>
            <a:lvl2pPr algn="l">
              <a:defRPr sz="1275" b="1">
                <a:solidFill>
                  <a:srgbClr val="0B1730"/>
                </a:solidFill>
                <a:latin typeface="Arial"/>
                <a:ea typeface="Arial"/>
                <a:cs typeface="Arial"/>
              </a:defRPr>
            </a:lvl2pPr>
            <a:lvl3pPr algn="l">
              <a:defRPr sz="1275" b="1">
                <a:solidFill>
                  <a:srgbClr val="0B1730"/>
                </a:solidFill>
                <a:latin typeface="Arial"/>
                <a:ea typeface="Arial"/>
                <a:cs typeface="Arial"/>
              </a:defRPr>
            </a:lvl3pPr>
            <a:lvl4pPr algn="l">
              <a:defRPr sz="1275" b="1">
                <a:solidFill>
                  <a:srgbClr val="0B1730"/>
                </a:solidFill>
                <a:latin typeface="Arial"/>
                <a:ea typeface="Arial"/>
                <a:cs typeface="Arial"/>
              </a:defRPr>
            </a:lvl4pPr>
            <a:lvl5pPr algn="l">
              <a:defRPr sz="1275" b="1">
                <a:solidFill>
                  <a:srgbClr val="0B1730"/>
                </a:solidFill>
                <a:latin typeface="Arial"/>
                <a:ea typeface="Arial"/>
                <a:cs typeface="Arial"/>
              </a:defRPr>
            </a:lvl5pPr>
            <a:lvl6pPr algn="l">
              <a:defRPr sz="1275" b="1">
                <a:solidFill>
                  <a:srgbClr val="0B1730"/>
                </a:solidFill>
                <a:latin typeface="Arial"/>
                <a:ea typeface="Arial"/>
                <a:cs typeface="Arial"/>
              </a:defRPr>
            </a:lvl6pPr>
            <a:lvl7pPr algn="l">
              <a:defRPr sz="1275" b="1">
                <a:solidFill>
                  <a:srgbClr val="0B1730"/>
                </a:solidFill>
                <a:latin typeface="Arial"/>
                <a:ea typeface="Arial"/>
                <a:cs typeface="Arial"/>
              </a:defRPr>
            </a:lvl7pPr>
            <a:lvl8pPr algn="l">
              <a:defRPr sz="1275" b="1">
                <a:solidFill>
                  <a:srgbClr val="0B1730"/>
                </a:solidFill>
                <a:latin typeface="Arial"/>
                <a:ea typeface="Arial"/>
                <a:cs typeface="Arial"/>
              </a:defRPr>
            </a:lvl8pPr>
            <a:lvl9pPr algn="l">
              <a:defRPr sz="1275" b="1">
                <a:solidFill>
                  <a:srgbClr val="0B1730"/>
                </a:solidFill>
                <a:latin typeface="Arial"/>
                <a:ea typeface="Arial"/>
                <a:cs typeface="Arial"/>
              </a:defRPr>
            </a:lvl9pPr>
          </a:lstStyle>
          <a:p xmlns:a="http://schemas.openxmlformats.org/drawingml/2006/main">
            <a:pPr algn="l">
              <a:defRPr sz="1275" b="1">
                <a:solidFill>
                  <a:srgbClr val="0B1730"/>
                </a:solidFill>
                <a:latin typeface="Arial"/>
                <a:ea typeface="Arial"/>
                <a:cs typeface="Arial"/>
              </a:defRPr>
            </a:pPr>
            <a:r>
              <a:rPr sz="1275" b="1">
                <a:solidFill>
                  <a:srgbClr val="0B1730"/>
                </a:solidFill>
                <a:latin typeface="Arial"/>
                <a:ea typeface="Arial"/>
                <a:cs typeface="Arial"/>
              </a:rPr>
              <a:t>Smart Library Agent</a:t>
            </a:r>
          </a:p>
        </p:txBody>
      </p:sp>
      <p:sp>
        <p:nvSpPr>
          <p:cNvPr id="13" name="arch-desc-1">
            <a:extLst xmlns:a="http://schemas.openxmlformats.org/drawingml/2006/main">
              <a:ext uri="{FF2B5EF4-FFF2-40B4-BE49-F238E27FC236}">
                <a16:creationId xmlns:a16="http://schemas.microsoft.com/office/drawing/2014/main" id="{9C043326-3F40-4DAD-901E-A531433C6285}"/>
              </a:ext>
            </a:extLst>
          </p:cNvPr>
          <p:cNvSpPr>
            <a:spLocks xmlns:a="http://schemas.openxmlformats.org/drawingml/2006/main" noGrp="1"/>
          </p:cNvSpPr>
          <p:nvPr/>
        </p:nvSpPr>
        <p:spPr>
          <a:xfrm xmlns:a="http://schemas.openxmlformats.org/drawingml/2006/main">
            <a:off x="5238750" y="2305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52647E"/>
                </a:solidFill>
                <a:latin typeface="Arial"/>
                <a:ea typeface="Arial"/>
                <a:cs typeface="Arial"/>
              </a:defRPr>
            </a:defPPr>
            <a:lvl1pPr algn="r">
              <a:defRPr sz="1050" b="0">
                <a:solidFill>
                  <a:srgbClr val="52647E"/>
                </a:solidFill>
                <a:latin typeface="Arial"/>
                <a:ea typeface="Arial"/>
                <a:cs typeface="Arial"/>
              </a:defRPr>
            </a:lvl1pPr>
            <a:lvl2pPr algn="r">
              <a:defRPr sz="1050" b="0">
                <a:solidFill>
                  <a:srgbClr val="52647E"/>
                </a:solidFill>
                <a:latin typeface="Arial"/>
                <a:ea typeface="Arial"/>
                <a:cs typeface="Arial"/>
              </a:defRPr>
            </a:lvl2pPr>
            <a:lvl3pPr algn="r">
              <a:defRPr sz="1050" b="0">
                <a:solidFill>
                  <a:srgbClr val="52647E"/>
                </a:solidFill>
                <a:latin typeface="Arial"/>
                <a:ea typeface="Arial"/>
                <a:cs typeface="Arial"/>
              </a:defRPr>
            </a:lvl3pPr>
            <a:lvl4pPr algn="r">
              <a:defRPr sz="1050" b="0">
                <a:solidFill>
                  <a:srgbClr val="52647E"/>
                </a:solidFill>
                <a:latin typeface="Arial"/>
                <a:ea typeface="Arial"/>
                <a:cs typeface="Arial"/>
              </a:defRPr>
            </a:lvl4pPr>
            <a:lvl5pPr algn="r">
              <a:defRPr sz="1050" b="0">
                <a:solidFill>
                  <a:srgbClr val="52647E"/>
                </a:solidFill>
                <a:latin typeface="Arial"/>
                <a:ea typeface="Arial"/>
                <a:cs typeface="Arial"/>
              </a:defRPr>
            </a:lvl5pPr>
            <a:lvl6pPr algn="r">
              <a:defRPr sz="1050" b="0">
                <a:solidFill>
                  <a:srgbClr val="52647E"/>
                </a:solidFill>
                <a:latin typeface="Arial"/>
                <a:ea typeface="Arial"/>
                <a:cs typeface="Arial"/>
              </a:defRPr>
            </a:lvl6pPr>
            <a:lvl7pPr algn="r">
              <a:defRPr sz="1050" b="0">
                <a:solidFill>
                  <a:srgbClr val="52647E"/>
                </a:solidFill>
                <a:latin typeface="Arial"/>
                <a:ea typeface="Arial"/>
                <a:cs typeface="Arial"/>
              </a:defRPr>
            </a:lvl7pPr>
            <a:lvl8pPr algn="r">
              <a:defRPr sz="1050" b="0">
                <a:solidFill>
                  <a:srgbClr val="52647E"/>
                </a:solidFill>
                <a:latin typeface="Arial"/>
                <a:ea typeface="Arial"/>
                <a:cs typeface="Arial"/>
              </a:defRPr>
            </a:lvl8pPr>
            <a:lvl9pPr algn="r">
              <a:defRPr sz="1050" b="0">
                <a:solidFill>
                  <a:srgbClr val="52647E"/>
                </a:solidFill>
                <a:latin typeface="Arial"/>
                <a:ea typeface="Arial"/>
                <a:cs typeface="Arial"/>
              </a:defRPr>
            </a:lvl9pPr>
          </a:lstStyle>
          <a:p xmlns:a="http://schemas.openxmlformats.org/drawingml/2006/main">
            <a:pPr algn="r">
              <a:defRPr sz="1050" b="0">
                <a:solidFill>
                  <a:srgbClr val="52647E"/>
                </a:solidFill>
                <a:latin typeface="Arial"/>
                <a:ea typeface="Arial"/>
                <a:cs typeface="Arial"/>
              </a:defRPr>
            </a:pPr>
            <a:r>
              <a:rPr sz="1050" b="0">
                <a:solidFill>
                  <a:srgbClr val="52647E"/>
                </a:solidFill>
                <a:latin typeface="Arial"/>
                <a:ea typeface="Arial"/>
                <a:cs typeface="Arial"/>
              </a:rPr>
              <a:t>Application-facing interface and conversation handoff</a:t>
            </a:r>
          </a:p>
        </p:txBody>
      </p:sp>
      <p:sp>
        <p:nvSpPr>
          <p:cNvPr id="14" name="arch-down-1">
            <a:extLst xmlns:a="http://schemas.openxmlformats.org/drawingml/2006/main">
              <a:ext uri="{FF2B5EF4-FFF2-40B4-BE49-F238E27FC236}">
                <a16:creationId xmlns:a16="http://schemas.microsoft.com/office/drawing/2014/main" id="{09765A5A-5553-4798-8620-EFA6DFEBD361}"/>
              </a:ext>
            </a:extLst>
          </p:cNvPr>
          <p:cNvSpPr>
            <a:spLocks xmlns:a="http://schemas.openxmlformats.org/drawingml/2006/main" noGrp="1"/>
          </p:cNvSpPr>
          <p:nvPr/>
        </p:nvSpPr>
        <p:spPr>
          <a:xfrm xmlns:a="http://schemas.openxmlformats.org/drawingml/2006/main">
            <a:off x="5905500" y="271462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563EB"/>
                </a:solidFill>
                <a:latin typeface="Arial"/>
                <a:ea typeface="Arial"/>
                <a:cs typeface="Arial"/>
              </a:defRPr>
            </a:defPPr>
            <a:lvl1pPr algn="ctr">
              <a:defRPr sz="1350" b="1">
                <a:solidFill>
                  <a:srgbClr val="2563EB"/>
                </a:solidFill>
                <a:latin typeface="Arial"/>
                <a:ea typeface="Arial"/>
                <a:cs typeface="Arial"/>
              </a:defRPr>
            </a:lvl1pPr>
            <a:lvl2pPr algn="ctr">
              <a:defRPr sz="1350" b="1">
                <a:solidFill>
                  <a:srgbClr val="2563EB"/>
                </a:solidFill>
                <a:latin typeface="Arial"/>
                <a:ea typeface="Arial"/>
                <a:cs typeface="Arial"/>
              </a:defRPr>
            </a:lvl2pPr>
            <a:lvl3pPr algn="ctr">
              <a:defRPr sz="1350" b="1">
                <a:solidFill>
                  <a:srgbClr val="2563EB"/>
                </a:solidFill>
                <a:latin typeface="Arial"/>
                <a:ea typeface="Arial"/>
                <a:cs typeface="Arial"/>
              </a:defRPr>
            </a:lvl3pPr>
            <a:lvl4pPr algn="ctr">
              <a:defRPr sz="1350" b="1">
                <a:solidFill>
                  <a:srgbClr val="2563EB"/>
                </a:solidFill>
                <a:latin typeface="Arial"/>
                <a:ea typeface="Arial"/>
                <a:cs typeface="Arial"/>
              </a:defRPr>
            </a:lvl4pPr>
            <a:lvl5pPr algn="ctr">
              <a:defRPr sz="1350" b="1">
                <a:solidFill>
                  <a:srgbClr val="2563EB"/>
                </a:solidFill>
                <a:latin typeface="Arial"/>
                <a:ea typeface="Arial"/>
                <a:cs typeface="Arial"/>
              </a:defRPr>
            </a:lvl5pPr>
            <a:lvl6pPr algn="ctr">
              <a:defRPr sz="1350" b="1">
                <a:solidFill>
                  <a:srgbClr val="2563EB"/>
                </a:solidFill>
                <a:latin typeface="Arial"/>
                <a:ea typeface="Arial"/>
                <a:cs typeface="Arial"/>
              </a:defRPr>
            </a:lvl6pPr>
            <a:lvl7pPr algn="ctr">
              <a:defRPr sz="1350" b="1">
                <a:solidFill>
                  <a:srgbClr val="2563EB"/>
                </a:solidFill>
                <a:latin typeface="Arial"/>
                <a:ea typeface="Arial"/>
                <a:cs typeface="Arial"/>
              </a:defRPr>
            </a:lvl7pPr>
            <a:lvl8pPr algn="ctr">
              <a:defRPr sz="1350" b="1">
                <a:solidFill>
                  <a:srgbClr val="2563EB"/>
                </a:solidFill>
                <a:latin typeface="Arial"/>
                <a:ea typeface="Arial"/>
                <a:cs typeface="Arial"/>
              </a:defRPr>
            </a:lvl8pPr>
            <a:lvl9pPr algn="ctr">
              <a:defRPr sz="1350" b="1">
                <a:solidFill>
                  <a:srgbClr val="2563EB"/>
                </a:solidFill>
                <a:latin typeface="Arial"/>
                <a:ea typeface="Arial"/>
                <a:cs typeface="Arial"/>
              </a:defRPr>
            </a:lvl9pPr>
          </a:lstStyle>
          <a:p xmlns:a="http://schemas.openxmlformats.org/drawingml/2006/main">
            <a:pPr algn="ctr">
              <a:defRPr sz="1350" b="1">
                <a:solidFill>
                  <a:srgbClr val="2563EB"/>
                </a:solidFill>
                <a:latin typeface="Arial"/>
                <a:ea typeface="Arial"/>
                <a:cs typeface="Arial"/>
              </a:defRPr>
            </a:pPr>
            <a:r>
              <a:rPr sz="1350" b="1">
                <a:solidFill>
                  <a:srgbClr val="2563EB"/>
                </a:solidFill>
                <a:latin typeface="Arial"/>
                <a:ea typeface="Arial"/>
                <a:cs typeface="Arial"/>
              </a:rPr>
              <a:t>↓</a:t>
            </a:r>
          </a:p>
        </p:txBody>
      </p:sp>
      <p:sp>
        <p:nvSpPr>
          <p:cNvPr id="15" name="arch-layer-2">
            <a:extLst xmlns:a="http://schemas.openxmlformats.org/drawingml/2006/main">
              <a:ext uri="{FF2B5EF4-FFF2-40B4-BE49-F238E27FC236}">
                <a16:creationId xmlns:a16="http://schemas.microsoft.com/office/drawing/2014/main" id="{8FF21286-AC6B-4CB6-87E8-9D9DA3E8AB33}"/>
              </a:ext>
            </a:extLst>
          </p:cNvPr>
          <p:cNvSpPr>
            <a:spLocks xmlns:a="http://schemas.openxmlformats.org/drawingml/2006/main" noGrp="1"/>
          </p:cNvSpPr>
          <p:nvPr/>
        </p:nvSpPr>
        <p:spPr>
          <a:xfrm xmlns:a="http://schemas.openxmlformats.org/drawingml/2006/main">
            <a:off x="2619375" y="2943225"/>
            <a:ext cx="6953250" cy="552450"/>
          </a:xfrm>
          <a:prstGeom xmlns:a="http://schemas.openxmlformats.org/drawingml/2006/main" prst="roundRect">
            <a:avLst>
              <a:gd name="adj" fmla="val 13793"/>
            </a:avLst>
          </a:prstGeom>
          <a:solidFill xmlns:a="http://schemas.openxmlformats.org/drawingml/2006/main">
            <a:srgbClr val="DCEBFF"/>
          </a:solidFill>
          <a:ln xmlns:a="http://schemas.openxmlformats.org/drawingml/2006/main" w="9525">
            <a:solidFill>
              <a:srgbClr val="C9D9EC"/>
            </a:solidFill>
            <a:prstDash val="solid"/>
          </a:ln>
        </p:spPr>
      </p:sp>
      <p:sp>
        <p:nvSpPr>
          <p:cNvPr id="16" name="arch-title-2">
            <a:extLst xmlns:a="http://schemas.openxmlformats.org/drawingml/2006/main">
              <a:ext uri="{FF2B5EF4-FFF2-40B4-BE49-F238E27FC236}">
                <a16:creationId xmlns:a16="http://schemas.microsoft.com/office/drawing/2014/main" id="{A02EABCA-AE94-4C2C-BDB9-FF24023DE74E}"/>
              </a:ext>
            </a:extLst>
          </p:cNvPr>
          <p:cNvSpPr>
            <a:spLocks xmlns:a="http://schemas.openxmlformats.org/drawingml/2006/main" noGrp="1"/>
          </p:cNvSpPr>
          <p:nvPr/>
        </p:nvSpPr>
        <p:spPr>
          <a:xfrm xmlns:a="http://schemas.openxmlformats.org/drawingml/2006/main">
            <a:off x="2809875" y="30289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B1730"/>
                </a:solidFill>
                <a:latin typeface="Arial"/>
                <a:ea typeface="Arial"/>
                <a:cs typeface="Arial"/>
              </a:defRPr>
            </a:defPPr>
            <a:lvl1pPr algn="l">
              <a:defRPr sz="1275" b="1">
                <a:solidFill>
                  <a:srgbClr val="0B1730"/>
                </a:solidFill>
                <a:latin typeface="Arial"/>
                <a:ea typeface="Arial"/>
                <a:cs typeface="Arial"/>
              </a:defRPr>
            </a:lvl1pPr>
            <a:lvl2pPr algn="l">
              <a:defRPr sz="1275" b="1">
                <a:solidFill>
                  <a:srgbClr val="0B1730"/>
                </a:solidFill>
                <a:latin typeface="Arial"/>
                <a:ea typeface="Arial"/>
                <a:cs typeface="Arial"/>
              </a:defRPr>
            </a:lvl2pPr>
            <a:lvl3pPr algn="l">
              <a:defRPr sz="1275" b="1">
                <a:solidFill>
                  <a:srgbClr val="0B1730"/>
                </a:solidFill>
                <a:latin typeface="Arial"/>
                <a:ea typeface="Arial"/>
                <a:cs typeface="Arial"/>
              </a:defRPr>
            </a:lvl3pPr>
            <a:lvl4pPr algn="l">
              <a:defRPr sz="1275" b="1">
                <a:solidFill>
                  <a:srgbClr val="0B1730"/>
                </a:solidFill>
                <a:latin typeface="Arial"/>
                <a:ea typeface="Arial"/>
                <a:cs typeface="Arial"/>
              </a:defRPr>
            </a:lvl4pPr>
            <a:lvl5pPr algn="l">
              <a:defRPr sz="1275" b="1">
                <a:solidFill>
                  <a:srgbClr val="0B1730"/>
                </a:solidFill>
                <a:latin typeface="Arial"/>
                <a:ea typeface="Arial"/>
                <a:cs typeface="Arial"/>
              </a:defRPr>
            </a:lvl5pPr>
            <a:lvl6pPr algn="l">
              <a:defRPr sz="1275" b="1">
                <a:solidFill>
                  <a:srgbClr val="0B1730"/>
                </a:solidFill>
                <a:latin typeface="Arial"/>
                <a:ea typeface="Arial"/>
                <a:cs typeface="Arial"/>
              </a:defRPr>
            </a:lvl6pPr>
            <a:lvl7pPr algn="l">
              <a:defRPr sz="1275" b="1">
                <a:solidFill>
                  <a:srgbClr val="0B1730"/>
                </a:solidFill>
                <a:latin typeface="Arial"/>
                <a:ea typeface="Arial"/>
                <a:cs typeface="Arial"/>
              </a:defRPr>
            </a:lvl7pPr>
            <a:lvl8pPr algn="l">
              <a:defRPr sz="1275" b="1">
                <a:solidFill>
                  <a:srgbClr val="0B1730"/>
                </a:solidFill>
                <a:latin typeface="Arial"/>
                <a:ea typeface="Arial"/>
                <a:cs typeface="Arial"/>
              </a:defRPr>
            </a:lvl8pPr>
            <a:lvl9pPr algn="l">
              <a:defRPr sz="1275" b="1">
                <a:solidFill>
                  <a:srgbClr val="0B1730"/>
                </a:solidFill>
                <a:latin typeface="Arial"/>
                <a:ea typeface="Arial"/>
                <a:cs typeface="Arial"/>
              </a:defRPr>
            </a:lvl9pPr>
          </a:lstStyle>
          <a:p xmlns:a="http://schemas.openxmlformats.org/drawingml/2006/main">
            <a:pPr algn="l">
              <a:defRPr sz="1275" b="1">
                <a:solidFill>
                  <a:srgbClr val="0B1730"/>
                </a:solidFill>
                <a:latin typeface="Arial"/>
                <a:ea typeface="Arial"/>
                <a:cs typeface="Arial"/>
              </a:defRPr>
            </a:pPr>
            <a:r>
              <a:rPr sz="1275" b="1">
                <a:solidFill>
                  <a:srgbClr val="0B1730"/>
                </a:solidFill>
                <a:latin typeface="Arial"/>
                <a:ea typeface="Arial"/>
                <a:cs typeface="Arial"/>
              </a:rPr>
              <a:t>Request Orchestrator</a:t>
            </a:r>
          </a:p>
        </p:txBody>
      </p:sp>
      <p:sp>
        <p:nvSpPr>
          <p:cNvPr id="17" name="arch-desc-2">
            <a:extLst xmlns:a="http://schemas.openxmlformats.org/drawingml/2006/main">
              <a:ext uri="{FF2B5EF4-FFF2-40B4-BE49-F238E27FC236}">
                <a16:creationId xmlns:a16="http://schemas.microsoft.com/office/drawing/2014/main" id="{B5012253-7F83-4DAB-A704-564F6EAE39AB}"/>
              </a:ext>
            </a:extLst>
          </p:cNvPr>
          <p:cNvSpPr>
            <a:spLocks xmlns:a="http://schemas.openxmlformats.org/drawingml/2006/main" noGrp="1"/>
          </p:cNvSpPr>
          <p:nvPr/>
        </p:nvSpPr>
        <p:spPr>
          <a:xfrm xmlns:a="http://schemas.openxmlformats.org/drawingml/2006/main">
            <a:off x="5238750" y="30575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0">
                <a:solidFill>
                  <a:srgbClr val="52647E"/>
                </a:solidFill>
                <a:latin typeface="Arial"/>
                <a:ea typeface="Arial"/>
                <a:cs typeface="Arial"/>
              </a:defRPr>
            </a:defPPr>
            <a:lvl1pPr algn="r">
              <a:defRPr sz="1050" b="0">
                <a:solidFill>
                  <a:srgbClr val="52647E"/>
                </a:solidFill>
                <a:latin typeface="Arial"/>
                <a:ea typeface="Arial"/>
                <a:cs typeface="Arial"/>
              </a:defRPr>
            </a:lvl1pPr>
            <a:lvl2pPr algn="r">
              <a:defRPr sz="1050" b="0">
                <a:solidFill>
                  <a:srgbClr val="52647E"/>
                </a:solidFill>
                <a:latin typeface="Arial"/>
                <a:ea typeface="Arial"/>
                <a:cs typeface="Arial"/>
              </a:defRPr>
            </a:lvl2pPr>
            <a:lvl3pPr algn="r">
              <a:defRPr sz="1050" b="0">
                <a:solidFill>
                  <a:srgbClr val="52647E"/>
                </a:solidFill>
                <a:latin typeface="Arial"/>
                <a:ea typeface="Arial"/>
                <a:cs typeface="Arial"/>
              </a:defRPr>
            </a:lvl3pPr>
            <a:lvl4pPr algn="r">
              <a:defRPr sz="1050" b="0">
                <a:solidFill>
                  <a:srgbClr val="52647E"/>
                </a:solidFill>
                <a:latin typeface="Arial"/>
                <a:ea typeface="Arial"/>
                <a:cs typeface="Arial"/>
              </a:defRPr>
            </a:lvl4pPr>
            <a:lvl5pPr algn="r">
              <a:defRPr sz="1050" b="0">
                <a:solidFill>
                  <a:srgbClr val="52647E"/>
                </a:solidFill>
                <a:latin typeface="Arial"/>
                <a:ea typeface="Arial"/>
                <a:cs typeface="Arial"/>
              </a:defRPr>
            </a:lvl5pPr>
            <a:lvl6pPr algn="r">
              <a:defRPr sz="1050" b="0">
                <a:solidFill>
                  <a:srgbClr val="52647E"/>
                </a:solidFill>
                <a:latin typeface="Arial"/>
                <a:ea typeface="Arial"/>
                <a:cs typeface="Arial"/>
              </a:defRPr>
            </a:lvl6pPr>
            <a:lvl7pPr algn="r">
              <a:defRPr sz="1050" b="0">
                <a:solidFill>
                  <a:srgbClr val="52647E"/>
                </a:solidFill>
                <a:latin typeface="Arial"/>
                <a:ea typeface="Arial"/>
                <a:cs typeface="Arial"/>
              </a:defRPr>
            </a:lvl7pPr>
            <a:lvl8pPr algn="r">
              <a:defRPr sz="1050" b="0">
                <a:solidFill>
                  <a:srgbClr val="52647E"/>
                </a:solidFill>
                <a:latin typeface="Arial"/>
                <a:ea typeface="Arial"/>
                <a:cs typeface="Arial"/>
              </a:defRPr>
            </a:lvl8pPr>
            <a:lvl9pPr algn="r">
              <a:defRPr sz="1050" b="0">
                <a:solidFill>
                  <a:srgbClr val="52647E"/>
                </a:solidFill>
                <a:latin typeface="Arial"/>
                <a:ea typeface="Arial"/>
                <a:cs typeface="Arial"/>
              </a:defRPr>
            </a:lvl9pPr>
          </a:lstStyle>
          <a:p xmlns:a="http://schemas.openxmlformats.org/drawingml/2006/main">
            <a:pPr algn="r">
              <a:defRPr sz="1050" b="0">
                <a:solidFill>
                  <a:srgbClr val="52647E"/>
                </a:solidFill>
                <a:latin typeface="Arial"/>
                <a:ea typeface="Arial"/>
                <a:cs typeface="Arial"/>
              </a:defRPr>
            </a:pPr>
            <a:r>
              <a:rPr sz="1050" b="0">
                <a:solidFill>
                  <a:srgbClr val="52647E"/>
                </a:solidFill>
                <a:latin typeface="Arial"/>
                <a:ea typeface="Arial"/>
                <a:cs typeface="Arial"/>
              </a:rPr>
              <a:t>LangGraph StateGraph · bounded sequential tool workflow</a:t>
            </a:r>
          </a:p>
        </p:txBody>
      </p:sp>
      <p:sp>
        <p:nvSpPr>
          <p:cNvPr id="18" name="model-box">
            <a:extLst xmlns:a="http://schemas.openxmlformats.org/drawingml/2006/main">
              <a:ext uri="{FF2B5EF4-FFF2-40B4-BE49-F238E27FC236}">
                <a16:creationId xmlns:a16="http://schemas.microsoft.com/office/drawing/2014/main" id="{59269B42-1988-4424-BDE4-610ECEB4AA63}"/>
              </a:ext>
            </a:extLst>
          </p:cNvPr>
          <p:cNvSpPr>
            <a:spLocks xmlns:a="http://schemas.openxmlformats.org/drawingml/2006/main" noGrp="1"/>
          </p:cNvSpPr>
          <p:nvPr/>
        </p:nvSpPr>
        <p:spPr>
          <a:xfrm xmlns:a="http://schemas.openxmlformats.org/drawingml/2006/main">
            <a:off x="1476375" y="3800475"/>
            <a:ext cx="4000500" cy="704850"/>
          </a:xfrm>
          <a:prstGeom xmlns:a="http://schemas.openxmlformats.org/drawingml/2006/main" prst="roundRect">
            <a:avLst>
              <a:gd name="adj" fmla="val 16216"/>
            </a:avLst>
          </a:prstGeom>
          <a:solidFill xmlns:a="http://schemas.openxmlformats.org/drawingml/2006/main">
            <a:srgbClr val="0B1730"/>
          </a:solidFill>
          <a:ln xmlns:a="http://schemas.openxmlformats.org/drawingml/2006/main" w="9525">
            <a:solidFill>
              <a:srgbClr val="0B1730"/>
            </a:solidFill>
            <a:prstDash val="solid"/>
          </a:ln>
        </p:spPr>
      </p:sp>
      <p:sp>
        <p:nvSpPr>
          <p:cNvPr id="19" name="model-title">
            <a:extLst xmlns:a="http://schemas.openxmlformats.org/drawingml/2006/main">
              <a:ext uri="{FF2B5EF4-FFF2-40B4-BE49-F238E27FC236}">
                <a16:creationId xmlns:a16="http://schemas.microsoft.com/office/drawing/2014/main" id="{87789380-46BE-4404-8680-5298BC70A89E}"/>
              </a:ext>
            </a:extLst>
          </p:cNvPr>
          <p:cNvSpPr>
            <a:spLocks xmlns:a="http://schemas.openxmlformats.org/drawingml/2006/main" noGrp="1"/>
          </p:cNvSpPr>
          <p:nvPr/>
        </p:nvSpPr>
        <p:spPr>
          <a:xfrm xmlns:a="http://schemas.openxmlformats.org/drawingml/2006/main">
            <a:off x="1676400" y="39147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LLM provider router</a:t>
            </a:r>
          </a:p>
        </p:txBody>
      </p:sp>
      <p:sp>
        <p:nvSpPr>
          <p:cNvPr id="20" name="model-sub">
            <a:extLst xmlns:a="http://schemas.openxmlformats.org/drawingml/2006/main">
              <a:ext uri="{FF2B5EF4-FFF2-40B4-BE49-F238E27FC236}">
                <a16:creationId xmlns:a16="http://schemas.microsoft.com/office/drawing/2014/main" id="{EA47F148-9565-406C-A003-80764CD00B6E}"/>
              </a:ext>
            </a:extLst>
          </p:cNvPr>
          <p:cNvSpPr>
            <a:spLocks xmlns:a="http://schemas.openxmlformats.org/drawingml/2006/main" noGrp="1"/>
          </p:cNvSpPr>
          <p:nvPr/>
        </p:nvSpPr>
        <p:spPr>
          <a:xfrm xmlns:a="http://schemas.openxmlformats.org/drawingml/2006/main">
            <a:off x="1676400" y="41910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C7D8EC"/>
                </a:solidFill>
                <a:latin typeface="Arial"/>
                <a:ea typeface="Arial"/>
                <a:cs typeface="Arial"/>
              </a:defRPr>
            </a:defPPr>
            <a:lvl1pPr algn="ctr">
              <a:defRPr sz="975" b="0">
                <a:solidFill>
                  <a:srgbClr val="C7D8EC"/>
                </a:solidFill>
                <a:latin typeface="Arial"/>
                <a:ea typeface="Arial"/>
                <a:cs typeface="Arial"/>
              </a:defRPr>
            </a:lvl1pPr>
            <a:lvl2pPr algn="ctr">
              <a:defRPr sz="975" b="0">
                <a:solidFill>
                  <a:srgbClr val="C7D8EC"/>
                </a:solidFill>
                <a:latin typeface="Arial"/>
                <a:ea typeface="Arial"/>
                <a:cs typeface="Arial"/>
              </a:defRPr>
            </a:lvl2pPr>
            <a:lvl3pPr algn="ctr">
              <a:defRPr sz="975" b="0">
                <a:solidFill>
                  <a:srgbClr val="C7D8EC"/>
                </a:solidFill>
                <a:latin typeface="Arial"/>
                <a:ea typeface="Arial"/>
                <a:cs typeface="Arial"/>
              </a:defRPr>
            </a:lvl3pPr>
            <a:lvl4pPr algn="ctr">
              <a:defRPr sz="975" b="0">
                <a:solidFill>
                  <a:srgbClr val="C7D8EC"/>
                </a:solidFill>
                <a:latin typeface="Arial"/>
                <a:ea typeface="Arial"/>
                <a:cs typeface="Arial"/>
              </a:defRPr>
            </a:lvl4pPr>
            <a:lvl5pPr algn="ctr">
              <a:defRPr sz="975" b="0">
                <a:solidFill>
                  <a:srgbClr val="C7D8EC"/>
                </a:solidFill>
                <a:latin typeface="Arial"/>
                <a:ea typeface="Arial"/>
                <a:cs typeface="Arial"/>
              </a:defRPr>
            </a:lvl5pPr>
            <a:lvl6pPr algn="ctr">
              <a:defRPr sz="975" b="0">
                <a:solidFill>
                  <a:srgbClr val="C7D8EC"/>
                </a:solidFill>
                <a:latin typeface="Arial"/>
                <a:ea typeface="Arial"/>
                <a:cs typeface="Arial"/>
              </a:defRPr>
            </a:lvl6pPr>
            <a:lvl7pPr algn="ctr">
              <a:defRPr sz="975" b="0">
                <a:solidFill>
                  <a:srgbClr val="C7D8EC"/>
                </a:solidFill>
                <a:latin typeface="Arial"/>
                <a:ea typeface="Arial"/>
                <a:cs typeface="Arial"/>
              </a:defRPr>
            </a:lvl7pPr>
            <a:lvl8pPr algn="ctr">
              <a:defRPr sz="975" b="0">
                <a:solidFill>
                  <a:srgbClr val="C7D8EC"/>
                </a:solidFill>
                <a:latin typeface="Arial"/>
                <a:ea typeface="Arial"/>
                <a:cs typeface="Arial"/>
              </a:defRPr>
            </a:lvl8pPr>
            <a:lvl9pPr algn="ctr">
              <a:defRPr sz="975" b="0">
                <a:solidFill>
                  <a:srgbClr val="C7D8EC"/>
                </a:solidFill>
                <a:latin typeface="Arial"/>
                <a:ea typeface="Arial"/>
                <a:cs typeface="Arial"/>
              </a:defRPr>
            </a:lvl9pPr>
          </a:lstStyle>
          <a:p xmlns:a="http://schemas.openxmlformats.org/drawingml/2006/main">
            <a:pPr algn="ctr">
              <a:defRPr sz="975" b="0">
                <a:solidFill>
                  <a:srgbClr val="C7D8EC"/>
                </a:solidFill>
                <a:latin typeface="Arial"/>
                <a:ea typeface="Arial"/>
                <a:cs typeface="Arial"/>
              </a:defRPr>
            </a:pPr>
            <a:r>
              <a:rPr sz="975" b="0">
                <a:solidFill>
                  <a:srgbClr val="C7D8EC"/>
                </a:solidFill>
                <a:latin typeface="Arial"/>
                <a:ea typeface="Arial"/>
                <a:cs typeface="Arial"/>
              </a:rPr>
              <a:t>OpenRouter default · ChatOpenAI integration</a:t>
            </a:r>
          </a:p>
        </p:txBody>
      </p:sp>
      <p:sp>
        <p:nvSpPr>
          <p:cNvPr id="21" name="registry-box">
            <a:extLst xmlns:a="http://schemas.openxmlformats.org/drawingml/2006/main">
              <a:ext uri="{FF2B5EF4-FFF2-40B4-BE49-F238E27FC236}">
                <a16:creationId xmlns:a16="http://schemas.microsoft.com/office/drawing/2014/main" id="{8505A90D-95CD-4272-81F4-2BE9C0CAF74F}"/>
              </a:ext>
            </a:extLst>
          </p:cNvPr>
          <p:cNvSpPr>
            <a:spLocks xmlns:a="http://schemas.openxmlformats.org/drawingml/2006/main" noGrp="1"/>
          </p:cNvSpPr>
          <p:nvPr/>
        </p:nvSpPr>
        <p:spPr>
          <a:xfrm xmlns:a="http://schemas.openxmlformats.org/drawingml/2006/main">
            <a:off x="6715125" y="3800475"/>
            <a:ext cx="40005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9050">
            <a:solidFill>
              <a:srgbClr val="2563EB"/>
            </a:solidFill>
            <a:prstDash val="solid"/>
          </a:ln>
        </p:spPr>
      </p:sp>
      <p:sp>
        <p:nvSpPr>
          <p:cNvPr id="22" name="registry-title">
            <a:extLst xmlns:a="http://schemas.openxmlformats.org/drawingml/2006/main">
              <a:ext uri="{FF2B5EF4-FFF2-40B4-BE49-F238E27FC236}">
                <a16:creationId xmlns:a16="http://schemas.microsoft.com/office/drawing/2014/main" id="{0909F4BD-E88F-4E56-BDE8-68248D508D05}"/>
              </a:ext>
            </a:extLst>
          </p:cNvPr>
          <p:cNvSpPr>
            <a:spLocks xmlns:a="http://schemas.openxmlformats.org/drawingml/2006/main" noGrp="1"/>
          </p:cNvSpPr>
          <p:nvPr/>
        </p:nvSpPr>
        <p:spPr>
          <a:xfrm xmlns:a="http://schemas.openxmlformats.org/drawingml/2006/main">
            <a:off x="6915150" y="3914775"/>
            <a:ext cx="361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0B1730"/>
                </a:solidFill>
                <a:latin typeface="Arial"/>
                <a:ea typeface="Arial"/>
                <a:cs typeface="Arial"/>
              </a:defRPr>
            </a:defPPr>
            <a:lvl1pPr algn="ctr">
              <a:defRPr sz="1350" b="1">
                <a:solidFill>
                  <a:srgbClr val="0B1730"/>
                </a:solidFill>
                <a:latin typeface="Arial"/>
                <a:ea typeface="Arial"/>
                <a:cs typeface="Arial"/>
              </a:defRPr>
            </a:lvl1pPr>
            <a:lvl2pPr algn="ctr">
              <a:defRPr sz="1350" b="1">
                <a:solidFill>
                  <a:srgbClr val="0B1730"/>
                </a:solidFill>
                <a:latin typeface="Arial"/>
                <a:ea typeface="Arial"/>
                <a:cs typeface="Arial"/>
              </a:defRPr>
            </a:lvl2pPr>
            <a:lvl3pPr algn="ctr">
              <a:defRPr sz="1350" b="1">
                <a:solidFill>
                  <a:srgbClr val="0B1730"/>
                </a:solidFill>
                <a:latin typeface="Arial"/>
                <a:ea typeface="Arial"/>
                <a:cs typeface="Arial"/>
              </a:defRPr>
            </a:lvl3pPr>
            <a:lvl4pPr algn="ctr">
              <a:defRPr sz="1350" b="1">
                <a:solidFill>
                  <a:srgbClr val="0B1730"/>
                </a:solidFill>
                <a:latin typeface="Arial"/>
                <a:ea typeface="Arial"/>
                <a:cs typeface="Arial"/>
              </a:defRPr>
            </a:lvl4pPr>
            <a:lvl5pPr algn="ctr">
              <a:defRPr sz="1350" b="1">
                <a:solidFill>
                  <a:srgbClr val="0B1730"/>
                </a:solidFill>
                <a:latin typeface="Arial"/>
                <a:ea typeface="Arial"/>
                <a:cs typeface="Arial"/>
              </a:defRPr>
            </a:lvl5pPr>
            <a:lvl6pPr algn="ctr">
              <a:defRPr sz="1350" b="1">
                <a:solidFill>
                  <a:srgbClr val="0B1730"/>
                </a:solidFill>
                <a:latin typeface="Arial"/>
                <a:ea typeface="Arial"/>
                <a:cs typeface="Arial"/>
              </a:defRPr>
            </a:lvl6pPr>
            <a:lvl7pPr algn="ctr">
              <a:defRPr sz="1350" b="1">
                <a:solidFill>
                  <a:srgbClr val="0B1730"/>
                </a:solidFill>
                <a:latin typeface="Arial"/>
                <a:ea typeface="Arial"/>
                <a:cs typeface="Arial"/>
              </a:defRPr>
            </a:lvl7pPr>
            <a:lvl8pPr algn="ctr">
              <a:defRPr sz="1350" b="1">
                <a:solidFill>
                  <a:srgbClr val="0B1730"/>
                </a:solidFill>
                <a:latin typeface="Arial"/>
                <a:ea typeface="Arial"/>
                <a:cs typeface="Arial"/>
              </a:defRPr>
            </a:lvl8pPr>
            <a:lvl9pPr algn="ctr">
              <a:defRPr sz="1350" b="1">
                <a:solidFill>
                  <a:srgbClr val="0B1730"/>
                </a:solidFill>
                <a:latin typeface="Arial"/>
                <a:ea typeface="Arial"/>
                <a:cs typeface="Arial"/>
              </a:defRPr>
            </a:lvl9pPr>
          </a:lstStyle>
          <a:p xmlns:a="http://schemas.openxmlformats.org/drawingml/2006/main">
            <a:pPr algn="ctr">
              <a:defRPr sz="1350" b="1">
                <a:solidFill>
                  <a:srgbClr val="0B1730"/>
                </a:solidFill>
                <a:latin typeface="Arial"/>
                <a:ea typeface="Arial"/>
                <a:cs typeface="Arial"/>
              </a:defRPr>
            </a:pPr>
            <a:r>
              <a:rPr sz="1350" b="1">
                <a:solidFill>
                  <a:srgbClr val="0B1730"/>
                </a:solidFill>
                <a:latin typeface="Arial"/>
                <a:ea typeface="Arial"/>
                <a:cs typeface="Arial"/>
              </a:rPr>
              <a:t>Tool Registry + tools</a:t>
            </a:r>
          </a:p>
        </p:txBody>
      </p:sp>
      <p:sp>
        <p:nvSpPr>
          <p:cNvPr id="23" name="registry-sub">
            <a:extLst xmlns:a="http://schemas.openxmlformats.org/drawingml/2006/main">
              <a:ext uri="{FF2B5EF4-FFF2-40B4-BE49-F238E27FC236}">
                <a16:creationId xmlns:a16="http://schemas.microsoft.com/office/drawing/2014/main" id="{B75F285D-D7BE-4C0D-A099-4D20E83064CD}"/>
              </a:ext>
            </a:extLst>
          </p:cNvPr>
          <p:cNvSpPr>
            <a:spLocks xmlns:a="http://schemas.openxmlformats.org/drawingml/2006/main" noGrp="1"/>
          </p:cNvSpPr>
          <p:nvPr/>
        </p:nvSpPr>
        <p:spPr>
          <a:xfrm xmlns:a="http://schemas.openxmlformats.org/drawingml/2006/main">
            <a:off x="6915150" y="41910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2647E"/>
                </a:solidFill>
                <a:latin typeface="Arial"/>
                <a:ea typeface="Arial"/>
                <a:cs typeface="Arial"/>
              </a:defRPr>
            </a:defPPr>
            <a:lvl1pPr algn="ctr">
              <a:defRPr sz="975" b="0">
                <a:solidFill>
                  <a:srgbClr val="52647E"/>
                </a:solidFill>
                <a:latin typeface="Arial"/>
                <a:ea typeface="Arial"/>
                <a:cs typeface="Arial"/>
              </a:defRPr>
            </a:lvl1pPr>
            <a:lvl2pPr algn="ctr">
              <a:defRPr sz="975" b="0">
                <a:solidFill>
                  <a:srgbClr val="52647E"/>
                </a:solidFill>
                <a:latin typeface="Arial"/>
                <a:ea typeface="Arial"/>
                <a:cs typeface="Arial"/>
              </a:defRPr>
            </a:lvl2pPr>
            <a:lvl3pPr algn="ctr">
              <a:defRPr sz="975" b="0">
                <a:solidFill>
                  <a:srgbClr val="52647E"/>
                </a:solidFill>
                <a:latin typeface="Arial"/>
                <a:ea typeface="Arial"/>
                <a:cs typeface="Arial"/>
              </a:defRPr>
            </a:lvl3pPr>
            <a:lvl4pPr algn="ctr">
              <a:defRPr sz="975" b="0">
                <a:solidFill>
                  <a:srgbClr val="52647E"/>
                </a:solidFill>
                <a:latin typeface="Arial"/>
                <a:ea typeface="Arial"/>
                <a:cs typeface="Arial"/>
              </a:defRPr>
            </a:lvl4pPr>
            <a:lvl5pPr algn="ctr">
              <a:defRPr sz="975" b="0">
                <a:solidFill>
                  <a:srgbClr val="52647E"/>
                </a:solidFill>
                <a:latin typeface="Arial"/>
                <a:ea typeface="Arial"/>
                <a:cs typeface="Arial"/>
              </a:defRPr>
            </a:lvl5pPr>
            <a:lvl6pPr algn="ctr">
              <a:defRPr sz="975" b="0">
                <a:solidFill>
                  <a:srgbClr val="52647E"/>
                </a:solidFill>
                <a:latin typeface="Arial"/>
                <a:ea typeface="Arial"/>
                <a:cs typeface="Arial"/>
              </a:defRPr>
            </a:lvl6pPr>
            <a:lvl7pPr algn="ctr">
              <a:defRPr sz="975" b="0">
                <a:solidFill>
                  <a:srgbClr val="52647E"/>
                </a:solidFill>
                <a:latin typeface="Arial"/>
                <a:ea typeface="Arial"/>
                <a:cs typeface="Arial"/>
              </a:defRPr>
            </a:lvl7pPr>
            <a:lvl8pPr algn="ctr">
              <a:defRPr sz="975" b="0">
                <a:solidFill>
                  <a:srgbClr val="52647E"/>
                </a:solidFill>
                <a:latin typeface="Arial"/>
                <a:ea typeface="Arial"/>
                <a:cs typeface="Arial"/>
              </a:defRPr>
            </a:lvl8pPr>
            <a:lvl9pPr algn="ctr">
              <a:defRPr sz="975" b="0">
                <a:solidFill>
                  <a:srgbClr val="52647E"/>
                </a:solidFill>
                <a:latin typeface="Arial"/>
                <a:ea typeface="Arial"/>
                <a:cs typeface="Arial"/>
              </a:defRPr>
            </a:lvl9pPr>
          </a:lstStyle>
          <a:p xmlns:a="http://schemas.openxmlformats.org/drawingml/2006/main">
            <a:pPr algn="ctr">
              <a:defRPr sz="975" b="0">
                <a:solidFill>
                  <a:srgbClr val="52647E"/>
                </a:solidFill>
                <a:latin typeface="Arial"/>
                <a:ea typeface="Arial"/>
                <a:cs typeface="Arial"/>
              </a:defRPr>
            </a:pPr>
            <a:r>
              <a:rPr sz="975" b="0">
                <a:solidFill>
                  <a:srgbClr val="52647E"/>
                </a:solidFill>
                <a:latin typeface="Arial"/>
                <a:ea typeface="Arial"/>
                <a:cs typeface="Arial"/>
              </a:rPr>
              <a:t>Search · reading · library · memory · knowledge</a:t>
            </a:r>
          </a:p>
        </p:txBody>
      </p:sp>
      <p:sp>
        <p:nvSpPr>
          <p:cNvPr id="24" name="model-arrow">
            <a:extLst xmlns:a="http://schemas.openxmlformats.org/drawingml/2006/main">
              <a:ext uri="{FF2B5EF4-FFF2-40B4-BE49-F238E27FC236}">
                <a16:creationId xmlns:a16="http://schemas.microsoft.com/office/drawing/2014/main" id="{DF90A830-9178-4221-8905-E2BEB71852E7}"/>
              </a:ext>
            </a:extLst>
          </p:cNvPr>
          <p:cNvSpPr>
            <a:spLocks xmlns:a="http://schemas.openxmlformats.org/drawingml/2006/main" noGrp="1"/>
          </p:cNvSpPr>
          <p:nvPr/>
        </p:nvSpPr>
        <p:spPr>
          <a:xfrm xmlns:a="http://schemas.openxmlformats.org/drawingml/2006/main">
            <a:off x="5600700" y="3981450"/>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2563EB"/>
                </a:solidFill>
                <a:latin typeface="Arial"/>
                <a:ea typeface="Arial"/>
                <a:cs typeface="Arial"/>
              </a:defRPr>
            </a:defPPr>
            <a:lvl1pPr algn="ctr">
              <a:defRPr sz="1950" b="1">
                <a:solidFill>
                  <a:srgbClr val="2563EB"/>
                </a:solidFill>
                <a:latin typeface="Arial"/>
                <a:ea typeface="Arial"/>
                <a:cs typeface="Arial"/>
              </a:defRPr>
            </a:lvl1pPr>
            <a:lvl2pPr algn="ctr">
              <a:defRPr sz="1950" b="1">
                <a:solidFill>
                  <a:srgbClr val="2563EB"/>
                </a:solidFill>
                <a:latin typeface="Arial"/>
                <a:ea typeface="Arial"/>
                <a:cs typeface="Arial"/>
              </a:defRPr>
            </a:lvl2pPr>
            <a:lvl3pPr algn="ctr">
              <a:defRPr sz="1950" b="1">
                <a:solidFill>
                  <a:srgbClr val="2563EB"/>
                </a:solidFill>
                <a:latin typeface="Arial"/>
                <a:ea typeface="Arial"/>
                <a:cs typeface="Arial"/>
              </a:defRPr>
            </a:lvl3pPr>
            <a:lvl4pPr algn="ctr">
              <a:defRPr sz="1950" b="1">
                <a:solidFill>
                  <a:srgbClr val="2563EB"/>
                </a:solidFill>
                <a:latin typeface="Arial"/>
                <a:ea typeface="Arial"/>
                <a:cs typeface="Arial"/>
              </a:defRPr>
            </a:lvl4pPr>
            <a:lvl5pPr algn="ctr">
              <a:defRPr sz="1950" b="1">
                <a:solidFill>
                  <a:srgbClr val="2563EB"/>
                </a:solidFill>
                <a:latin typeface="Arial"/>
                <a:ea typeface="Arial"/>
                <a:cs typeface="Arial"/>
              </a:defRPr>
            </a:lvl5pPr>
            <a:lvl6pPr algn="ctr">
              <a:defRPr sz="1950" b="1">
                <a:solidFill>
                  <a:srgbClr val="2563EB"/>
                </a:solidFill>
                <a:latin typeface="Arial"/>
                <a:ea typeface="Arial"/>
                <a:cs typeface="Arial"/>
              </a:defRPr>
            </a:lvl6pPr>
            <a:lvl7pPr algn="ctr">
              <a:defRPr sz="1950" b="1">
                <a:solidFill>
                  <a:srgbClr val="2563EB"/>
                </a:solidFill>
                <a:latin typeface="Arial"/>
                <a:ea typeface="Arial"/>
                <a:cs typeface="Arial"/>
              </a:defRPr>
            </a:lvl7pPr>
            <a:lvl8pPr algn="ctr">
              <a:defRPr sz="1950" b="1">
                <a:solidFill>
                  <a:srgbClr val="2563EB"/>
                </a:solidFill>
                <a:latin typeface="Arial"/>
                <a:ea typeface="Arial"/>
                <a:cs typeface="Arial"/>
              </a:defRPr>
            </a:lvl8pPr>
            <a:lvl9pPr algn="ctr">
              <a:defRPr sz="1950" b="1">
                <a:solidFill>
                  <a:srgbClr val="2563EB"/>
                </a:solidFill>
                <a:latin typeface="Arial"/>
                <a:ea typeface="Arial"/>
                <a:cs typeface="Arial"/>
              </a:defRPr>
            </a:lvl9pPr>
          </a:lstStyle>
          <a:p xmlns:a="http://schemas.openxmlformats.org/drawingml/2006/main">
            <a:pPr algn="ctr">
              <a:defRPr sz="1950" b="1">
                <a:solidFill>
                  <a:srgbClr val="2563EB"/>
                </a:solidFill>
                <a:latin typeface="Arial"/>
                <a:ea typeface="Arial"/>
                <a:cs typeface="Arial"/>
              </a:defRPr>
            </a:pPr>
            <a:r>
              <a:rPr sz="1950" b="1">
                <a:solidFill>
                  <a:srgbClr val="2563EB"/>
                </a:solidFill>
                <a:latin typeface="Arial"/>
                <a:ea typeface="Arial"/>
                <a:cs typeface="Arial"/>
              </a:rPr>
              <a:t>↔</a:t>
            </a:r>
          </a:p>
        </p:txBody>
      </p:sp>
      <p:sp>
        <p:nvSpPr>
          <p:cNvPr id="25" name="arch-orchestrator-branches">
            <a:extLst xmlns:a="http://schemas.openxmlformats.org/drawingml/2006/main">
              <a:ext uri="{FF2B5EF4-FFF2-40B4-BE49-F238E27FC236}">
                <a16:creationId xmlns:a16="http://schemas.microsoft.com/office/drawing/2014/main" id="{2B12BE86-3C81-4D23-BD40-C6CDD0F0BE99}"/>
              </a:ext>
            </a:extLst>
          </p:cNvPr>
          <p:cNvSpPr>
            <a:spLocks xmlns:a="http://schemas.openxmlformats.org/drawingml/2006/main" noGrp="1"/>
          </p:cNvSpPr>
          <p:nvPr/>
        </p:nvSpPr>
        <p:spPr>
          <a:xfrm xmlns:a="http://schemas.openxmlformats.org/drawingml/2006/main">
            <a:off x="1762125" y="4591050"/>
            <a:ext cx="866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a:solidFill>
                  <a:srgbClr val="52647E"/>
                </a:solidFill>
                <a:latin typeface="Arial"/>
                <a:ea typeface="Arial"/>
                <a:cs typeface="Arial"/>
              </a:defRPr>
            </a:defPPr>
            <a:lvl1pPr algn="ctr">
              <a:defRPr sz="1050" b="0">
                <a:solidFill>
                  <a:srgbClr val="52647E"/>
                </a:solidFill>
                <a:latin typeface="Arial"/>
                <a:ea typeface="Arial"/>
                <a:cs typeface="Arial"/>
              </a:defRPr>
            </a:lvl1pPr>
            <a:lvl2pPr algn="ctr">
              <a:defRPr sz="1050" b="0">
                <a:solidFill>
                  <a:srgbClr val="52647E"/>
                </a:solidFill>
                <a:latin typeface="Arial"/>
                <a:ea typeface="Arial"/>
                <a:cs typeface="Arial"/>
              </a:defRPr>
            </a:lvl2pPr>
            <a:lvl3pPr algn="ctr">
              <a:defRPr sz="1050" b="0">
                <a:solidFill>
                  <a:srgbClr val="52647E"/>
                </a:solidFill>
                <a:latin typeface="Arial"/>
                <a:ea typeface="Arial"/>
                <a:cs typeface="Arial"/>
              </a:defRPr>
            </a:lvl3pPr>
            <a:lvl4pPr algn="ctr">
              <a:defRPr sz="1050" b="0">
                <a:solidFill>
                  <a:srgbClr val="52647E"/>
                </a:solidFill>
                <a:latin typeface="Arial"/>
                <a:ea typeface="Arial"/>
                <a:cs typeface="Arial"/>
              </a:defRPr>
            </a:lvl4pPr>
            <a:lvl5pPr algn="ctr">
              <a:defRPr sz="1050" b="0">
                <a:solidFill>
                  <a:srgbClr val="52647E"/>
                </a:solidFill>
                <a:latin typeface="Arial"/>
                <a:ea typeface="Arial"/>
                <a:cs typeface="Arial"/>
              </a:defRPr>
            </a:lvl5pPr>
            <a:lvl6pPr algn="ctr">
              <a:defRPr sz="1050" b="0">
                <a:solidFill>
                  <a:srgbClr val="52647E"/>
                </a:solidFill>
                <a:latin typeface="Arial"/>
                <a:ea typeface="Arial"/>
                <a:cs typeface="Arial"/>
              </a:defRPr>
            </a:lvl6pPr>
            <a:lvl7pPr algn="ctr">
              <a:defRPr sz="1050" b="0">
                <a:solidFill>
                  <a:srgbClr val="52647E"/>
                </a:solidFill>
                <a:latin typeface="Arial"/>
                <a:ea typeface="Arial"/>
                <a:cs typeface="Arial"/>
              </a:defRPr>
            </a:lvl7pPr>
            <a:lvl8pPr algn="ctr">
              <a:defRPr sz="1050" b="0">
                <a:solidFill>
                  <a:srgbClr val="52647E"/>
                </a:solidFill>
                <a:latin typeface="Arial"/>
                <a:ea typeface="Arial"/>
                <a:cs typeface="Arial"/>
              </a:defRPr>
            </a:lvl8pPr>
            <a:lvl9pPr algn="ctr">
              <a:defRPr sz="1050" b="0">
                <a:solidFill>
                  <a:srgbClr val="52647E"/>
                </a:solidFill>
                <a:latin typeface="Arial"/>
                <a:ea typeface="Arial"/>
                <a:cs typeface="Arial"/>
              </a:defRPr>
            </a:lvl9pPr>
          </a:lstStyle>
          <a:p xmlns:a="http://schemas.openxmlformats.org/drawingml/2006/main">
            <a:pPr algn="ctr">
              <a:defRPr sz="1050" b="0">
                <a:solidFill>
                  <a:srgbClr val="52647E"/>
                </a:solidFill>
                <a:latin typeface="Arial"/>
                <a:ea typeface="Arial"/>
                <a:cs typeface="Arial"/>
              </a:defRPr>
            </a:pPr>
            <a:r>
              <a:rPr sz="1050" b="0">
                <a:solidFill>
                  <a:srgbClr val="52647E"/>
                </a:solidFill>
                <a:latin typeface="Arial"/>
                <a:ea typeface="Arial"/>
                <a:cs typeface="Arial"/>
              </a:rPr>
              <a:t>Tool execution calls services; the model selects tools and writes the final response.</a:t>
            </a:r>
          </a:p>
        </p:txBody>
      </p:sp>
      <p:sp>
        <p:nvSpPr>
          <p:cNvPr id="26" name="services-box">
            <a:extLst xmlns:a="http://schemas.openxmlformats.org/drawingml/2006/main">
              <a:ext uri="{FF2B5EF4-FFF2-40B4-BE49-F238E27FC236}">
                <a16:creationId xmlns:a16="http://schemas.microsoft.com/office/drawing/2014/main" id="{EB633813-03D3-44DB-AF58-5E7C5CFCB020}"/>
              </a:ext>
            </a:extLst>
          </p:cNvPr>
          <p:cNvSpPr>
            <a:spLocks xmlns:a="http://schemas.openxmlformats.org/drawingml/2006/main" noGrp="1"/>
          </p:cNvSpPr>
          <p:nvPr/>
        </p:nvSpPr>
        <p:spPr>
          <a:xfrm xmlns:a="http://schemas.openxmlformats.org/drawingml/2006/main">
            <a:off x="2619375" y="4991100"/>
            <a:ext cx="6953250" cy="457200"/>
          </a:xfrm>
          <a:prstGeom xmlns:a="http://schemas.openxmlformats.org/drawingml/2006/main" prst="roundRect">
            <a:avLst>
              <a:gd name="adj" fmla="val 16667"/>
            </a:avLst>
          </a:prstGeom>
          <a:solidFill xmlns:a="http://schemas.openxmlformats.org/drawingml/2006/main">
            <a:srgbClr val="E6F2FF"/>
          </a:solidFill>
          <a:ln xmlns:a="http://schemas.openxmlformats.org/drawingml/2006/main" w="9525">
            <a:solidFill>
              <a:srgbClr val="C9D9EC"/>
            </a:solidFill>
            <a:prstDash val="solid"/>
          </a:ln>
        </p:spPr>
      </p:sp>
      <p:sp>
        <p:nvSpPr>
          <p:cNvPr id="27" name="services-title">
            <a:extLst xmlns:a="http://schemas.openxmlformats.org/drawingml/2006/main">
              <a:ext uri="{FF2B5EF4-FFF2-40B4-BE49-F238E27FC236}">
                <a16:creationId xmlns:a16="http://schemas.microsoft.com/office/drawing/2014/main" id="{73C3FE64-FFB5-4BE2-BE6D-58FCCB86115F}"/>
              </a:ext>
            </a:extLst>
          </p:cNvPr>
          <p:cNvSpPr>
            <a:spLocks xmlns:a="http://schemas.openxmlformats.org/drawingml/2006/main" noGrp="1"/>
          </p:cNvSpPr>
          <p:nvPr/>
        </p:nvSpPr>
        <p:spPr>
          <a:xfrm xmlns:a="http://schemas.openxmlformats.org/drawingml/2006/main">
            <a:off x="2809875" y="5105400"/>
            <a:ext cx="6572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0B1730"/>
                </a:solidFill>
                <a:latin typeface="Arial"/>
                <a:ea typeface="Arial"/>
                <a:cs typeface="Arial"/>
              </a:defRPr>
            </a:defPPr>
            <a:lvl1pPr algn="ctr">
              <a:defRPr sz="1200" b="1">
                <a:solidFill>
                  <a:srgbClr val="0B1730"/>
                </a:solidFill>
                <a:latin typeface="Arial"/>
                <a:ea typeface="Arial"/>
                <a:cs typeface="Arial"/>
              </a:defRPr>
            </a:lvl1pPr>
            <a:lvl2pPr algn="ctr">
              <a:defRPr sz="1200" b="1">
                <a:solidFill>
                  <a:srgbClr val="0B1730"/>
                </a:solidFill>
                <a:latin typeface="Arial"/>
                <a:ea typeface="Arial"/>
                <a:cs typeface="Arial"/>
              </a:defRPr>
            </a:lvl2pPr>
            <a:lvl3pPr algn="ctr">
              <a:defRPr sz="1200" b="1">
                <a:solidFill>
                  <a:srgbClr val="0B1730"/>
                </a:solidFill>
                <a:latin typeface="Arial"/>
                <a:ea typeface="Arial"/>
                <a:cs typeface="Arial"/>
              </a:defRPr>
            </a:lvl3pPr>
            <a:lvl4pPr algn="ctr">
              <a:defRPr sz="1200" b="1">
                <a:solidFill>
                  <a:srgbClr val="0B1730"/>
                </a:solidFill>
                <a:latin typeface="Arial"/>
                <a:ea typeface="Arial"/>
                <a:cs typeface="Arial"/>
              </a:defRPr>
            </a:lvl4pPr>
            <a:lvl5pPr algn="ctr">
              <a:defRPr sz="1200" b="1">
                <a:solidFill>
                  <a:srgbClr val="0B1730"/>
                </a:solidFill>
                <a:latin typeface="Arial"/>
                <a:ea typeface="Arial"/>
                <a:cs typeface="Arial"/>
              </a:defRPr>
            </a:lvl5pPr>
            <a:lvl6pPr algn="ctr">
              <a:defRPr sz="1200" b="1">
                <a:solidFill>
                  <a:srgbClr val="0B1730"/>
                </a:solidFill>
                <a:latin typeface="Arial"/>
                <a:ea typeface="Arial"/>
                <a:cs typeface="Arial"/>
              </a:defRPr>
            </a:lvl6pPr>
            <a:lvl7pPr algn="ctr">
              <a:defRPr sz="1200" b="1">
                <a:solidFill>
                  <a:srgbClr val="0B1730"/>
                </a:solidFill>
                <a:latin typeface="Arial"/>
                <a:ea typeface="Arial"/>
                <a:cs typeface="Arial"/>
              </a:defRPr>
            </a:lvl7pPr>
            <a:lvl8pPr algn="ctr">
              <a:defRPr sz="1200" b="1">
                <a:solidFill>
                  <a:srgbClr val="0B1730"/>
                </a:solidFill>
                <a:latin typeface="Arial"/>
                <a:ea typeface="Arial"/>
                <a:cs typeface="Arial"/>
              </a:defRPr>
            </a:lvl8pPr>
            <a:lvl9pPr algn="ctr">
              <a:defRPr sz="1200" b="1">
                <a:solidFill>
                  <a:srgbClr val="0B1730"/>
                </a:solidFill>
                <a:latin typeface="Arial"/>
                <a:ea typeface="Arial"/>
                <a:cs typeface="Arial"/>
              </a:defRPr>
            </a:lvl9pPr>
          </a:lstStyle>
          <a:p xmlns:a="http://schemas.openxmlformats.org/drawingml/2006/main">
            <a:pPr algn="ctr">
              <a:defRPr sz="1200" b="1">
                <a:solidFill>
                  <a:srgbClr val="0B1730"/>
                </a:solidFill>
                <a:latin typeface="Arial"/>
                <a:ea typeface="Arial"/>
                <a:cs typeface="Arial"/>
              </a:defRPr>
            </a:pPr>
            <a:r>
              <a:rPr sz="1200" b="1">
                <a:solidFill>
                  <a:srgbClr val="0B1730"/>
                </a:solidFill>
                <a:latin typeface="Arial"/>
                <a:ea typeface="Arial"/>
                <a:cs typeface="Arial"/>
              </a:rPr>
              <a:t>Services  ·  catalog | recommendations | reading | library | profile</a:t>
            </a:r>
          </a:p>
        </p:txBody>
      </p:sp>
      <p:sp>
        <p:nvSpPr>
          <p:cNvPr id="28" name="source-down">
            <a:extLst xmlns:a="http://schemas.openxmlformats.org/drawingml/2006/main">
              <a:ext uri="{FF2B5EF4-FFF2-40B4-BE49-F238E27FC236}">
                <a16:creationId xmlns:a16="http://schemas.microsoft.com/office/drawing/2014/main" id="{35350546-7207-4450-8971-D3532DE54E4C}"/>
              </a:ext>
            </a:extLst>
          </p:cNvPr>
          <p:cNvSpPr>
            <a:spLocks xmlns:a="http://schemas.openxmlformats.org/drawingml/2006/main" noGrp="1"/>
          </p:cNvSpPr>
          <p:nvPr/>
        </p:nvSpPr>
        <p:spPr>
          <a:xfrm xmlns:a="http://schemas.openxmlformats.org/drawingml/2006/main">
            <a:off x="5905500" y="5467350"/>
            <a:ext cx="381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2563EB"/>
                </a:solidFill>
                <a:latin typeface="Arial"/>
                <a:ea typeface="Arial"/>
                <a:cs typeface="Arial"/>
              </a:defRPr>
            </a:defPPr>
            <a:lvl1pPr algn="ctr">
              <a:defRPr sz="1275" b="1">
                <a:solidFill>
                  <a:srgbClr val="2563EB"/>
                </a:solidFill>
                <a:latin typeface="Arial"/>
                <a:ea typeface="Arial"/>
                <a:cs typeface="Arial"/>
              </a:defRPr>
            </a:lvl1pPr>
            <a:lvl2pPr algn="ctr">
              <a:defRPr sz="1275" b="1">
                <a:solidFill>
                  <a:srgbClr val="2563EB"/>
                </a:solidFill>
                <a:latin typeface="Arial"/>
                <a:ea typeface="Arial"/>
                <a:cs typeface="Arial"/>
              </a:defRPr>
            </a:lvl2pPr>
            <a:lvl3pPr algn="ctr">
              <a:defRPr sz="1275" b="1">
                <a:solidFill>
                  <a:srgbClr val="2563EB"/>
                </a:solidFill>
                <a:latin typeface="Arial"/>
                <a:ea typeface="Arial"/>
                <a:cs typeface="Arial"/>
              </a:defRPr>
            </a:lvl3pPr>
            <a:lvl4pPr algn="ctr">
              <a:defRPr sz="1275" b="1">
                <a:solidFill>
                  <a:srgbClr val="2563EB"/>
                </a:solidFill>
                <a:latin typeface="Arial"/>
                <a:ea typeface="Arial"/>
                <a:cs typeface="Arial"/>
              </a:defRPr>
            </a:lvl4pPr>
            <a:lvl5pPr algn="ctr">
              <a:defRPr sz="1275" b="1">
                <a:solidFill>
                  <a:srgbClr val="2563EB"/>
                </a:solidFill>
                <a:latin typeface="Arial"/>
                <a:ea typeface="Arial"/>
                <a:cs typeface="Arial"/>
              </a:defRPr>
            </a:lvl5pPr>
            <a:lvl6pPr algn="ctr">
              <a:defRPr sz="1275" b="1">
                <a:solidFill>
                  <a:srgbClr val="2563EB"/>
                </a:solidFill>
                <a:latin typeface="Arial"/>
                <a:ea typeface="Arial"/>
                <a:cs typeface="Arial"/>
              </a:defRPr>
            </a:lvl6pPr>
            <a:lvl7pPr algn="ctr">
              <a:defRPr sz="1275" b="1">
                <a:solidFill>
                  <a:srgbClr val="2563EB"/>
                </a:solidFill>
                <a:latin typeface="Arial"/>
                <a:ea typeface="Arial"/>
                <a:cs typeface="Arial"/>
              </a:defRPr>
            </a:lvl7pPr>
            <a:lvl8pPr algn="ctr">
              <a:defRPr sz="1275" b="1">
                <a:solidFill>
                  <a:srgbClr val="2563EB"/>
                </a:solidFill>
                <a:latin typeface="Arial"/>
                <a:ea typeface="Arial"/>
                <a:cs typeface="Arial"/>
              </a:defRPr>
            </a:lvl8pPr>
            <a:lvl9pPr algn="ctr">
              <a:defRPr sz="1275" b="1">
                <a:solidFill>
                  <a:srgbClr val="2563EB"/>
                </a:solidFill>
                <a:latin typeface="Arial"/>
                <a:ea typeface="Arial"/>
                <a:cs typeface="Arial"/>
              </a:defRPr>
            </a:lvl9pPr>
          </a:lstStyle>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a:t>
            </a:r>
          </a:p>
        </p:txBody>
      </p:sp>
      <p:sp>
        <p:nvSpPr>
          <p:cNvPr id="29" name="sources">
            <a:extLst xmlns:a="http://schemas.openxmlformats.org/drawingml/2006/main">
              <a:ext uri="{FF2B5EF4-FFF2-40B4-BE49-F238E27FC236}">
                <a16:creationId xmlns:a16="http://schemas.microsoft.com/office/drawing/2014/main" id="{B16B391E-7D90-464B-AE83-B267EF880B8C}"/>
              </a:ext>
            </a:extLst>
          </p:cNvPr>
          <p:cNvSpPr>
            <a:spLocks xmlns:a="http://schemas.openxmlformats.org/drawingml/2006/main" noGrp="1"/>
          </p:cNvSpPr>
          <p:nvPr/>
        </p:nvSpPr>
        <p:spPr>
          <a:xfrm xmlns:a="http://schemas.openxmlformats.org/drawingml/2006/main">
            <a:off x="1666875" y="571500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52647E"/>
                </a:solidFill>
                <a:latin typeface="Arial"/>
                <a:ea typeface="Arial"/>
                <a:cs typeface="Arial"/>
              </a:defRPr>
            </a:defPPr>
            <a:lvl1pPr algn="ctr">
              <a:defRPr sz="1125" b="1">
                <a:solidFill>
                  <a:srgbClr val="52647E"/>
                </a:solidFill>
                <a:latin typeface="Arial"/>
                <a:ea typeface="Arial"/>
                <a:cs typeface="Arial"/>
              </a:defRPr>
            </a:lvl1pPr>
            <a:lvl2pPr algn="ctr">
              <a:defRPr sz="1125" b="1">
                <a:solidFill>
                  <a:srgbClr val="52647E"/>
                </a:solidFill>
                <a:latin typeface="Arial"/>
                <a:ea typeface="Arial"/>
                <a:cs typeface="Arial"/>
              </a:defRPr>
            </a:lvl2pPr>
            <a:lvl3pPr algn="ctr">
              <a:defRPr sz="1125" b="1">
                <a:solidFill>
                  <a:srgbClr val="52647E"/>
                </a:solidFill>
                <a:latin typeface="Arial"/>
                <a:ea typeface="Arial"/>
                <a:cs typeface="Arial"/>
              </a:defRPr>
            </a:lvl3pPr>
            <a:lvl4pPr algn="ctr">
              <a:defRPr sz="1125" b="1">
                <a:solidFill>
                  <a:srgbClr val="52647E"/>
                </a:solidFill>
                <a:latin typeface="Arial"/>
                <a:ea typeface="Arial"/>
                <a:cs typeface="Arial"/>
              </a:defRPr>
            </a:lvl4pPr>
            <a:lvl5pPr algn="ctr">
              <a:defRPr sz="1125" b="1">
                <a:solidFill>
                  <a:srgbClr val="52647E"/>
                </a:solidFill>
                <a:latin typeface="Arial"/>
                <a:ea typeface="Arial"/>
                <a:cs typeface="Arial"/>
              </a:defRPr>
            </a:lvl5pPr>
            <a:lvl6pPr algn="ctr">
              <a:defRPr sz="1125" b="1">
                <a:solidFill>
                  <a:srgbClr val="52647E"/>
                </a:solidFill>
                <a:latin typeface="Arial"/>
                <a:ea typeface="Arial"/>
                <a:cs typeface="Arial"/>
              </a:defRPr>
            </a:lvl6pPr>
            <a:lvl7pPr algn="ctr">
              <a:defRPr sz="1125" b="1">
                <a:solidFill>
                  <a:srgbClr val="52647E"/>
                </a:solidFill>
                <a:latin typeface="Arial"/>
                <a:ea typeface="Arial"/>
                <a:cs typeface="Arial"/>
              </a:defRPr>
            </a:lvl7pPr>
            <a:lvl8pPr algn="ctr">
              <a:defRPr sz="1125" b="1">
                <a:solidFill>
                  <a:srgbClr val="52647E"/>
                </a:solidFill>
                <a:latin typeface="Arial"/>
                <a:ea typeface="Arial"/>
                <a:cs typeface="Arial"/>
              </a:defRPr>
            </a:lvl8pPr>
            <a:lvl9pPr algn="ctr">
              <a:defRPr sz="1125" b="1">
                <a:solidFill>
                  <a:srgbClr val="52647E"/>
                </a:solidFill>
                <a:latin typeface="Arial"/>
                <a:ea typeface="Arial"/>
                <a:cs typeface="Arial"/>
              </a:defRPr>
            </a:lvl9pPr>
          </a:lstStyle>
          <a:p xmlns:a="http://schemas.openxmlformats.org/drawingml/2006/main">
            <a:pPr algn="ctr">
              <a:defRPr sz="1125" b="1">
                <a:solidFill>
                  <a:srgbClr val="52647E"/>
                </a:solidFill>
                <a:latin typeface="Arial"/>
                <a:ea typeface="Arial"/>
                <a:cs typeface="Arial"/>
              </a:defRPr>
            </a:pPr>
            <a:r>
              <a:rPr sz="1125" b="1">
                <a:solidFill>
                  <a:srgbClr val="52647E"/>
                </a:solidFill>
                <a:latin typeface="Arial"/>
                <a:ea typeface="Arial"/>
                <a:cs typeface="Arial"/>
              </a:rPr>
              <a:t>SQLite database     ·     books.csv catalog     ·     local filesystem index</a:t>
            </a:r>
          </a:p>
        </p:txBody>
      </p:sp>
      <p:sp>
        <p:nvSpPr>
          <p:cNvPr id="30" name="pill-SEPARATION OF CONCERNS">
            <a:extLst xmlns:a="http://schemas.openxmlformats.org/drawingml/2006/main">
              <a:ext uri="{FF2B5EF4-FFF2-40B4-BE49-F238E27FC236}">
                <a16:creationId xmlns:a16="http://schemas.microsoft.com/office/drawing/2014/main" id="{7D6553A4-CB85-4EF8-A6D5-FA71CFCFD502}"/>
              </a:ext>
            </a:extLst>
          </p:cNvPr>
          <p:cNvSpPr>
            <a:spLocks xmlns:a="http://schemas.openxmlformats.org/drawingml/2006/main" noGrp="1"/>
          </p:cNvSpPr>
          <p:nvPr/>
        </p:nvSpPr>
        <p:spPr>
          <a:xfrm xmlns:a="http://schemas.openxmlformats.org/drawingml/2006/main">
            <a:off x="552450" y="5953125"/>
            <a:ext cx="2266950" cy="285750"/>
          </a:xfrm>
          <a:prstGeom xmlns:a="http://schemas.openxmlformats.org/drawingml/2006/main" prst="roundRect">
            <a:avLst>
              <a:gd name="adj" fmla="val 26667"/>
            </a:avLst>
          </a:prstGeom>
          <a:solidFill xmlns:a="http://schemas.openxmlformats.org/drawingml/2006/main">
            <a:srgbClr val="E6F2FF"/>
          </a:solidFill>
          <a:ln xmlns:a="http://schemas.openxmlformats.org/drawingml/2006/main" w="0">
            <a:noFill/>
            <a:prstDash val="solid"/>
          </a:ln>
        </p:spPr>
      </p:sp>
      <p:sp>
        <p:nvSpPr>
          <p:cNvPr id="31" name="pill-text-SEPARATION OF CONCERNS">
            <a:extLst xmlns:a="http://schemas.openxmlformats.org/drawingml/2006/main">
              <a:ext uri="{FF2B5EF4-FFF2-40B4-BE49-F238E27FC236}">
                <a16:creationId xmlns:a16="http://schemas.microsoft.com/office/drawing/2014/main" id="{9FE05079-F283-4546-A91E-D9B597FF9659}"/>
              </a:ext>
            </a:extLst>
          </p:cNvPr>
          <p:cNvSpPr>
            <a:spLocks xmlns:a="http://schemas.openxmlformats.org/drawingml/2006/main" noGrp="1"/>
          </p:cNvSpPr>
          <p:nvPr/>
        </p:nvSpPr>
        <p:spPr>
          <a:xfrm xmlns:a="http://schemas.openxmlformats.org/drawingml/2006/main">
            <a:off x="628650" y="6000750"/>
            <a:ext cx="2114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2563EB"/>
                </a:solidFill>
                <a:latin typeface="Arial"/>
                <a:ea typeface="Arial"/>
                <a:cs typeface="Arial"/>
              </a:defRPr>
            </a:defPPr>
            <a:lvl1pPr algn="ctr">
              <a:defRPr sz="975" b="1">
                <a:solidFill>
                  <a:srgbClr val="2563EB"/>
                </a:solidFill>
                <a:latin typeface="Arial"/>
                <a:ea typeface="Arial"/>
                <a:cs typeface="Arial"/>
              </a:defRPr>
            </a:lvl1pPr>
            <a:lvl2pPr algn="ctr">
              <a:defRPr sz="975" b="1">
                <a:solidFill>
                  <a:srgbClr val="2563EB"/>
                </a:solidFill>
                <a:latin typeface="Arial"/>
                <a:ea typeface="Arial"/>
                <a:cs typeface="Arial"/>
              </a:defRPr>
            </a:lvl2pPr>
            <a:lvl3pPr algn="ctr">
              <a:defRPr sz="975" b="1">
                <a:solidFill>
                  <a:srgbClr val="2563EB"/>
                </a:solidFill>
                <a:latin typeface="Arial"/>
                <a:ea typeface="Arial"/>
                <a:cs typeface="Arial"/>
              </a:defRPr>
            </a:lvl3pPr>
            <a:lvl4pPr algn="ctr">
              <a:defRPr sz="975" b="1">
                <a:solidFill>
                  <a:srgbClr val="2563EB"/>
                </a:solidFill>
                <a:latin typeface="Arial"/>
                <a:ea typeface="Arial"/>
                <a:cs typeface="Arial"/>
              </a:defRPr>
            </a:lvl4pPr>
            <a:lvl5pPr algn="ctr">
              <a:defRPr sz="975" b="1">
                <a:solidFill>
                  <a:srgbClr val="2563EB"/>
                </a:solidFill>
                <a:latin typeface="Arial"/>
                <a:ea typeface="Arial"/>
                <a:cs typeface="Arial"/>
              </a:defRPr>
            </a:lvl5pPr>
            <a:lvl6pPr algn="ctr">
              <a:defRPr sz="975" b="1">
                <a:solidFill>
                  <a:srgbClr val="2563EB"/>
                </a:solidFill>
                <a:latin typeface="Arial"/>
                <a:ea typeface="Arial"/>
                <a:cs typeface="Arial"/>
              </a:defRPr>
            </a:lvl6pPr>
            <a:lvl7pPr algn="ctr">
              <a:defRPr sz="975" b="1">
                <a:solidFill>
                  <a:srgbClr val="2563EB"/>
                </a:solidFill>
                <a:latin typeface="Arial"/>
                <a:ea typeface="Arial"/>
                <a:cs typeface="Arial"/>
              </a:defRPr>
            </a:lvl7pPr>
            <a:lvl8pPr algn="ctr">
              <a:defRPr sz="975" b="1">
                <a:solidFill>
                  <a:srgbClr val="2563EB"/>
                </a:solidFill>
                <a:latin typeface="Arial"/>
                <a:ea typeface="Arial"/>
                <a:cs typeface="Arial"/>
              </a:defRPr>
            </a:lvl8pPr>
            <a:lvl9pPr algn="ctr">
              <a:defRPr sz="975" b="1">
                <a:solidFill>
                  <a:srgbClr val="2563EB"/>
                </a:solidFill>
                <a:latin typeface="Arial"/>
                <a:ea typeface="Arial"/>
                <a:cs typeface="Arial"/>
              </a:defRPr>
            </a:lvl9pPr>
          </a:lstStyle>
          <a:p xmlns:a="http://schemas.openxmlformats.org/drawingml/2006/main">
            <a:pPr algn="ctr">
              <a:defRPr sz="975" b="1">
                <a:solidFill>
                  <a:srgbClr val="2563EB"/>
                </a:solidFill>
                <a:latin typeface="Arial"/>
                <a:ea typeface="Arial"/>
                <a:cs typeface="Arial"/>
              </a:defRPr>
            </a:pPr>
            <a:r>
              <a:rPr sz="975" b="1">
                <a:solidFill>
                  <a:srgbClr val="2563EB"/>
                </a:solidFill>
                <a:latin typeface="Arial"/>
                <a:ea typeface="Arial"/>
                <a:cs typeface="Arial"/>
              </a:rPr>
              <a:t>SEPARATION OF CONCERNS</a:t>
            </a:r>
          </a:p>
        </p:txBody>
      </p:sp>
      <p:sp>
        <p:nvSpPr>
          <p:cNvPr id="32" name="arch-note">
            <a:extLst xmlns:a="http://schemas.openxmlformats.org/drawingml/2006/main">
              <a:ext uri="{FF2B5EF4-FFF2-40B4-BE49-F238E27FC236}">
                <a16:creationId xmlns:a16="http://schemas.microsoft.com/office/drawing/2014/main" id="{22CE70A6-854A-4599-8DB2-070CC4626E58}"/>
              </a:ext>
            </a:extLst>
          </p:cNvPr>
          <p:cNvSpPr>
            <a:spLocks xmlns:a="http://schemas.openxmlformats.org/drawingml/2006/main" noGrp="1"/>
          </p:cNvSpPr>
          <p:nvPr/>
        </p:nvSpPr>
        <p:spPr>
          <a:xfrm xmlns:a="http://schemas.openxmlformats.org/drawingml/2006/main">
            <a:off x="2990850" y="6000750"/>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2647E"/>
                </a:solidFill>
                <a:latin typeface="Arial"/>
                <a:ea typeface="Arial"/>
                <a:cs typeface="Arial"/>
              </a:defRPr>
            </a:defPPr>
            <a:lvl1pPr algn="l">
              <a:defRPr sz="975" b="0">
                <a:solidFill>
                  <a:srgbClr val="52647E"/>
                </a:solidFill>
                <a:latin typeface="Arial"/>
                <a:ea typeface="Arial"/>
                <a:cs typeface="Arial"/>
              </a:defRPr>
            </a:lvl1pPr>
            <a:lvl2pPr algn="l">
              <a:defRPr sz="975" b="0">
                <a:solidFill>
                  <a:srgbClr val="52647E"/>
                </a:solidFill>
                <a:latin typeface="Arial"/>
                <a:ea typeface="Arial"/>
                <a:cs typeface="Arial"/>
              </a:defRPr>
            </a:lvl2pPr>
            <a:lvl3pPr algn="l">
              <a:defRPr sz="975" b="0">
                <a:solidFill>
                  <a:srgbClr val="52647E"/>
                </a:solidFill>
                <a:latin typeface="Arial"/>
                <a:ea typeface="Arial"/>
                <a:cs typeface="Arial"/>
              </a:defRPr>
            </a:lvl3pPr>
            <a:lvl4pPr algn="l">
              <a:defRPr sz="975" b="0">
                <a:solidFill>
                  <a:srgbClr val="52647E"/>
                </a:solidFill>
                <a:latin typeface="Arial"/>
                <a:ea typeface="Arial"/>
                <a:cs typeface="Arial"/>
              </a:defRPr>
            </a:lvl4pPr>
            <a:lvl5pPr algn="l">
              <a:defRPr sz="975" b="0">
                <a:solidFill>
                  <a:srgbClr val="52647E"/>
                </a:solidFill>
                <a:latin typeface="Arial"/>
                <a:ea typeface="Arial"/>
                <a:cs typeface="Arial"/>
              </a:defRPr>
            </a:lvl5pPr>
            <a:lvl6pPr algn="l">
              <a:defRPr sz="975" b="0">
                <a:solidFill>
                  <a:srgbClr val="52647E"/>
                </a:solidFill>
                <a:latin typeface="Arial"/>
                <a:ea typeface="Arial"/>
                <a:cs typeface="Arial"/>
              </a:defRPr>
            </a:lvl6pPr>
            <a:lvl7pPr algn="l">
              <a:defRPr sz="975" b="0">
                <a:solidFill>
                  <a:srgbClr val="52647E"/>
                </a:solidFill>
                <a:latin typeface="Arial"/>
                <a:ea typeface="Arial"/>
                <a:cs typeface="Arial"/>
              </a:defRPr>
            </a:lvl7pPr>
            <a:lvl8pPr algn="l">
              <a:defRPr sz="975" b="0">
                <a:solidFill>
                  <a:srgbClr val="52647E"/>
                </a:solidFill>
                <a:latin typeface="Arial"/>
                <a:ea typeface="Arial"/>
                <a:cs typeface="Arial"/>
              </a:defRPr>
            </a:lvl8pPr>
            <a:lvl9pPr algn="l">
              <a:defRPr sz="975" b="0">
                <a:solidFill>
                  <a:srgbClr val="52647E"/>
                </a:solidFill>
                <a:latin typeface="Arial"/>
                <a:ea typeface="Arial"/>
                <a:cs typeface="Arial"/>
              </a:defRPr>
            </a:lvl9pPr>
          </a:lstStyle>
          <a:p xmlns:a="http://schemas.openxmlformats.org/drawingml/2006/main">
            <a:pPr algn="l">
              <a:defRPr sz="975" b="0">
                <a:solidFill>
                  <a:srgbClr val="52647E"/>
                </a:solidFill>
                <a:latin typeface="Arial"/>
                <a:ea typeface="Arial"/>
                <a:cs typeface="Arial"/>
              </a:defRPr>
            </a:pPr>
            <a:r>
              <a:rPr sz="975" b="0">
                <a:solidFill>
                  <a:srgbClr val="52647E"/>
                </a:solidFill>
                <a:latin typeface="Arial"/>
                <a:ea typeface="Arial"/>
                <a:cs typeface="Arial"/>
              </a:rPr>
              <a:t>No SQL in UI · no LLM calls in tools or services · one agent</a:t>
            </a:r>
          </a:p>
        </p:txBody>
      </p:sp>
    </p:spTree>
    <p:extLst>
      <p:ext uri="{BB962C8B-B14F-4D97-AF65-F5344CB8AC3E}">
        <p14:creationId xmlns:p14="http://schemas.microsoft.com/office/powerpoint/2010/main" val="1474812826"/>
      </p:ext>
    </p:extLst>
  </p:cSld>
</p:sld>
</file>

<file path=ppt/slides/slide5.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26" name="top-accent">
            <a:extLst xmlns:a="http://schemas.openxmlformats.org/drawingml/2006/main">
              <a:ext uri="{FF2B5EF4-FFF2-40B4-BE49-F238E27FC236}">
                <a16:creationId xmlns:a16="http://schemas.microsoft.com/office/drawing/2014/main" id="{A2086DAA-4D2F-461D-8AA4-A6D4B37B3D9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5EE4E87F-6C42-45AD-BB40-EC7D7B4C19FD}"/>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KEY FEATURES</a:t>
            </a:r>
          </a:p>
        </p:txBody>
      </p:sp>
      <p:sp>
        <p:nvSpPr>
          <p:cNvPr id="3" name="slide-title">
            <a:extLst xmlns:a="http://schemas.openxmlformats.org/drawingml/2006/main">
              <a:ext uri="{FF2B5EF4-FFF2-40B4-BE49-F238E27FC236}">
                <a16:creationId xmlns:a16="http://schemas.microsoft.com/office/drawing/2014/main" id="{06399CFC-94F2-44CA-9C68-7E9CC2AD5702}"/>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What Version 1 can do</a:t>
            </a:r>
          </a:p>
        </p:txBody>
      </p:sp>
      <p:sp>
        <p:nvSpPr>
          <p:cNvPr id="4" name="footer-line">
            <a:extLst xmlns:a="http://schemas.openxmlformats.org/drawingml/2006/main">
              <a:ext uri="{FF2B5EF4-FFF2-40B4-BE49-F238E27FC236}">
                <a16:creationId xmlns:a16="http://schemas.microsoft.com/office/drawing/2014/main" id="{886DE798-399B-46D8-963C-AE32CBBA5871}"/>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DB98E062-DBFD-4635-ABDB-4401BE66A0C8}"/>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1B6A5E25-931A-4EF5-BEEE-7F119DFF84F1}"/>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05</a:t>
            </a:r>
          </a:p>
        </p:txBody>
      </p:sp>
      <p:sp>
        <p:nvSpPr>
          <p:cNvPr id="7" name="feature-0">
            <a:extLst xmlns:a="http://schemas.openxmlformats.org/drawingml/2006/main">
              <a:ext uri="{FF2B5EF4-FFF2-40B4-BE49-F238E27FC236}">
                <a16:creationId xmlns:a16="http://schemas.microsoft.com/office/drawing/2014/main" id="{00833CC5-E4FC-44C8-8F35-5ADA065C47EC}"/>
              </a:ext>
            </a:extLst>
          </p:cNvPr>
          <p:cNvSpPr>
            <a:spLocks xmlns:a="http://schemas.openxmlformats.org/drawingml/2006/main" noGrp="1"/>
          </p:cNvSpPr>
          <p:nvPr/>
        </p:nvSpPr>
        <p:spPr>
          <a:xfrm xmlns:a="http://schemas.openxmlformats.org/drawingml/2006/main">
            <a:off x="552450" y="1495425"/>
            <a:ext cx="5143500" cy="1400175"/>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C9D9EC"/>
            </a:solidFill>
            <a:prstDash val="solid"/>
          </a:ln>
        </p:spPr>
      </p:sp>
      <p:sp>
        <p:nvSpPr>
          <p:cNvPr id="8" name="feature-accent-0">
            <a:extLst xmlns:a="http://schemas.openxmlformats.org/drawingml/2006/main">
              <a:ext uri="{FF2B5EF4-FFF2-40B4-BE49-F238E27FC236}">
                <a16:creationId xmlns:a16="http://schemas.microsoft.com/office/drawing/2014/main" id="{11A90915-AC8E-4825-BAB3-1621076C3DF8}"/>
              </a:ext>
            </a:extLst>
          </p:cNvPr>
          <p:cNvSpPr>
            <a:spLocks xmlns:a="http://schemas.openxmlformats.org/drawingml/2006/main" noGrp="1"/>
          </p:cNvSpPr>
          <p:nvPr/>
        </p:nvSpPr>
        <p:spPr>
          <a:xfrm xmlns:a="http://schemas.openxmlformats.org/drawingml/2006/main">
            <a:off x="552450" y="1495425"/>
            <a:ext cx="66675" cy="140017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9" name="feature-title-0">
            <a:extLst xmlns:a="http://schemas.openxmlformats.org/drawingml/2006/main">
              <a:ext uri="{FF2B5EF4-FFF2-40B4-BE49-F238E27FC236}">
                <a16:creationId xmlns:a16="http://schemas.microsoft.com/office/drawing/2014/main" id="{D2C70F42-71A3-4A90-8505-FEEF4A7A895A}"/>
              </a:ext>
            </a:extLst>
          </p:cNvPr>
          <p:cNvSpPr>
            <a:spLocks xmlns:a="http://schemas.openxmlformats.org/drawingml/2006/main" noGrp="1"/>
          </p:cNvSpPr>
          <p:nvPr/>
        </p:nvSpPr>
        <p:spPr>
          <a:xfrm xmlns:a="http://schemas.openxmlformats.org/drawingml/2006/main">
            <a:off x="790575" y="17145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563EB"/>
                </a:solidFill>
                <a:latin typeface="Arial"/>
                <a:ea typeface="Arial"/>
                <a:cs typeface="Arial"/>
              </a:defRPr>
            </a:defPPr>
            <a:lvl1pPr algn="l">
              <a:defRPr sz="1050" b="1">
                <a:solidFill>
                  <a:srgbClr val="2563EB"/>
                </a:solidFill>
                <a:latin typeface="Arial"/>
                <a:ea typeface="Arial"/>
                <a:cs typeface="Arial"/>
              </a:defRPr>
            </a:lvl1pPr>
            <a:lvl2pPr algn="l">
              <a:defRPr sz="1050" b="1">
                <a:solidFill>
                  <a:srgbClr val="2563EB"/>
                </a:solidFill>
                <a:latin typeface="Arial"/>
                <a:ea typeface="Arial"/>
                <a:cs typeface="Arial"/>
              </a:defRPr>
            </a:lvl2pPr>
            <a:lvl3pPr algn="l">
              <a:defRPr sz="1050" b="1">
                <a:solidFill>
                  <a:srgbClr val="2563EB"/>
                </a:solidFill>
                <a:latin typeface="Arial"/>
                <a:ea typeface="Arial"/>
                <a:cs typeface="Arial"/>
              </a:defRPr>
            </a:lvl3pPr>
            <a:lvl4pPr algn="l">
              <a:defRPr sz="1050" b="1">
                <a:solidFill>
                  <a:srgbClr val="2563EB"/>
                </a:solidFill>
                <a:latin typeface="Arial"/>
                <a:ea typeface="Arial"/>
                <a:cs typeface="Arial"/>
              </a:defRPr>
            </a:lvl4pPr>
            <a:lvl5pPr algn="l">
              <a:defRPr sz="1050" b="1">
                <a:solidFill>
                  <a:srgbClr val="2563EB"/>
                </a:solidFill>
                <a:latin typeface="Arial"/>
                <a:ea typeface="Arial"/>
                <a:cs typeface="Arial"/>
              </a:defRPr>
            </a:lvl5pPr>
            <a:lvl6pPr algn="l">
              <a:defRPr sz="1050" b="1">
                <a:solidFill>
                  <a:srgbClr val="2563EB"/>
                </a:solidFill>
                <a:latin typeface="Arial"/>
                <a:ea typeface="Arial"/>
                <a:cs typeface="Arial"/>
              </a:defRPr>
            </a:lvl6pPr>
            <a:lvl7pPr algn="l">
              <a:defRPr sz="1050" b="1">
                <a:solidFill>
                  <a:srgbClr val="2563EB"/>
                </a:solidFill>
                <a:latin typeface="Arial"/>
                <a:ea typeface="Arial"/>
                <a:cs typeface="Arial"/>
              </a:defRPr>
            </a:lvl7pPr>
            <a:lvl8pPr algn="l">
              <a:defRPr sz="1050" b="1">
                <a:solidFill>
                  <a:srgbClr val="2563EB"/>
                </a:solidFill>
                <a:latin typeface="Arial"/>
                <a:ea typeface="Arial"/>
                <a:cs typeface="Arial"/>
              </a:defRPr>
            </a:lvl8pPr>
            <a:lvl9pPr algn="l">
              <a:defRPr sz="1050" b="1">
                <a:solidFill>
                  <a:srgbClr val="2563EB"/>
                </a:solidFill>
                <a:latin typeface="Arial"/>
                <a:ea typeface="Arial"/>
                <a:cs typeface="Arial"/>
              </a:defRPr>
            </a:lvl9pPr>
          </a:lstStyle>
          <a:p xmlns:a="http://schemas.openxmlformats.org/drawingml/2006/main">
            <a:pPr algn="l">
              <a:defRPr sz="1050" b="1">
                <a:solidFill>
                  <a:srgbClr val="2563EB"/>
                </a:solidFill>
                <a:latin typeface="Arial"/>
                <a:ea typeface="Arial"/>
                <a:cs typeface="Arial"/>
              </a:defRPr>
            </a:pPr>
            <a:r>
              <a:rPr sz="1050" b="1">
                <a:solidFill>
                  <a:srgbClr val="2563EB"/>
                </a:solidFill>
                <a:latin typeface="Arial"/>
                <a:ea typeface="Arial"/>
                <a:cs typeface="Arial"/>
              </a:rPr>
              <a:t>DISCOVER</a:t>
            </a:r>
          </a:p>
        </p:txBody>
      </p:sp>
      <p:sp>
        <p:nvSpPr>
          <p:cNvPr id="10" name="feature-body-0">
            <a:extLst xmlns:a="http://schemas.openxmlformats.org/drawingml/2006/main">
              <a:ext uri="{FF2B5EF4-FFF2-40B4-BE49-F238E27FC236}">
                <a16:creationId xmlns:a16="http://schemas.microsoft.com/office/drawing/2014/main" id="{4D4DD771-6DE0-421B-890D-FA416C1CDF0A}"/>
              </a:ext>
            </a:extLst>
          </p:cNvPr>
          <p:cNvSpPr>
            <a:spLocks xmlns:a="http://schemas.openxmlformats.org/drawingml/2006/main" noGrp="1"/>
          </p:cNvSpPr>
          <p:nvPr/>
        </p:nvSpPr>
        <p:spPr>
          <a:xfrm xmlns:a="http://schemas.openxmlformats.org/drawingml/2006/main">
            <a:off x="790575" y="2076450"/>
            <a:ext cx="4552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Catalog search · recommendations</a:t>
            </a:r>
          </a:p>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Similar books · next in series</a:t>
            </a:r>
          </a:p>
        </p:txBody>
      </p:sp>
      <p:sp>
        <p:nvSpPr>
          <p:cNvPr id="11" name="feature-1">
            <a:extLst xmlns:a="http://schemas.openxmlformats.org/drawingml/2006/main">
              <a:ext uri="{FF2B5EF4-FFF2-40B4-BE49-F238E27FC236}">
                <a16:creationId xmlns:a16="http://schemas.microsoft.com/office/drawing/2014/main" id="{E91EDC3D-29CB-40C8-9BA8-A51A29620EF9}"/>
              </a:ext>
            </a:extLst>
          </p:cNvPr>
          <p:cNvSpPr>
            <a:spLocks xmlns:a="http://schemas.openxmlformats.org/drawingml/2006/main" noGrp="1"/>
          </p:cNvSpPr>
          <p:nvPr/>
        </p:nvSpPr>
        <p:spPr>
          <a:xfrm xmlns:a="http://schemas.openxmlformats.org/drawingml/2006/main">
            <a:off x="6019800" y="1495425"/>
            <a:ext cx="5143500" cy="1400175"/>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C9D9EC"/>
            </a:solidFill>
            <a:prstDash val="solid"/>
          </a:ln>
        </p:spPr>
      </p:sp>
      <p:sp>
        <p:nvSpPr>
          <p:cNvPr id="12" name="feature-accent-1">
            <a:extLst xmlns:a="http://schemas.openxmlformats.org/drawingml/2006/main">
              <a:ext uri="{FF2B5EF4-FFF2-40B4-BE49-F238E27FC236}">
                <a16:creationId xmlns:a16="http://schemas.microsoft.com/office/drawing/2014/main" id="{3B5FC3BF-28A4-454D-81F9-B1BA51323CBD}"/>
              </a:ext>
            </a:extLst>
          </p:cNvPr>
          <p:cNvSpPr>
            <a:spLocks xmlns:a="http://schemas.openxmlformats.org/drawingml/2006/main" noGrp="1"/>
          </p:cNvSpPr>
          <p:nvPr/>
        </p:nvSpPr>
        <p:spPr>
          <a:xfrm xmlns:a="http://schemas.openxmlformats.org/drawingml/2006/main">
            <a:off x="6019800" y="1495425"/>
            <a:ext cx="66675" cy="1400175"/>
          </a:xfrm>
          <a:prstGeom xmlns:a="http://schemas.openxmlformats.org/drawingml/2006/main" prst="rect">
            <a:avLst/>
          </a:prstGeom>
          <a:solidFill xmlns:a="http://schemas.openxmlformats.org/drawingml/2006/main">
            <a:srgbClr val="3DD6C6"/>
          </a:solidFill>
          <a:ln xmlns:a="http://schemas.openxmlformats.org/drawingml/2006/main" w="0">
            <a:noFill/>
            <a:prstDash val="solid"/>
          </a:ln>
        </p:spPr>
      </p:sp>
      <p:sp>
        <p:nvSpPr>
          <p:cNvPr id="13" name="feature-title-1">
            <a:extLst xmlns:a="http://schemas.openxmlformats.org/drawingml/2006/main">
              <a:ext uri="{FF2B5EF4-FFF2-40B4-BE49-F238E27FC236}">
                <a16:creationId xmlns:a16="http://schemas.microsoft.com/office/drawing/2014/main" id="{33B118AF-B63A-421C-BDEC-A2DD0B97B5D5}"/>
              </a:ext>
            </a:extLst>
          </p:cNvPr>
          <p:cNvSpPr>
            <a:spLocks xmlns:a="http://schemas.openxmlformats.org/drawingml/2006/main" noGrp="1"/>
          </p:cNvSpPr>
          <p:nvPr/>
        </p:nvSpPr>
        <p:spPr>
          <a:xfrm xmlns:a="http://schemas.openxmlformats.org/drawingml/2006/main">
            <a:off x="6257925" y="171450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3DD6C6"/>
                </a:solidFill>
                <a:latin typeface="Arial"/>
                <a:ea typeface="Arial"/>
                <a:cs typeface="Arial"/>
              </a:defRPr>
            </a:defPPr>
            <a:lvl1pPr algn="l">
              <a:defRPr sz="1050" b="1">
                <a:solidFill>
                  <a:srgbClr val="3DD6C6"/>
                </a:solidFill>
                <a:latin typeface="Arial"/>
                <a:ea typeface="Arial"/>
                <a:cs typeface="Arial"/>
              </a:defRPr>
            </a:lvl1pPr>
            <a:lvl2pPr algn="l">
              <a:defRPr sz="1050" b="1">
                <a:solidFill>
                  <a:srgbClr val="3DD6C6"/>
                </a:solidFill>
                <a:latin typeface="Arial"/>
                <a:ea typeface="Arial"/>
                <a:cs typeface="Arial"/>
              </a:defRPr>
            </a:lvl2pPr>
            <a:lvl3pPr algn="l">
              <a:defRPr sz="1050" b="1">
                <a:solidFill>
                  <a:srgbClr val="3DD6C6"/>
                </a:solidFill>
                <a:latin typeface="Arial"/>
                <a:ea typeface="Arial"/>
                <a:cs typeface="Arial"/>
              </a:defRPr>
            </a:lvl3pPr>
            <a:lvl4pPr algn="l">
              <a:defRPr sz="1050" b="1">
                <a:solidFill>
                  <a:srgbClr val="3DD6C6"/>
                </a:solidFill>
                <a:latin typeface="Arial"/>
                <a:ea typeface="Arial"/>
                <a:cs typeface="Arial"/>
              </a:defRPr>
            </a:lvl4pPr>
            <a:lvl5pPr algn="l">
              <a:defRPr sz="1050" b="1">
                <a:solidFill>
                  <a:srgbClr val="3DD6C6"/>
                </a:solidFill>
                <a:latin typeface="Arial"/>
                <a:ea typeface="Arial"/>
                <a:cs typeface="Arial"/>
              </a:defRPr>
            </a:lvl5pPr>
            <a:lvl6pPr algn="l">
              <a:defRPr sz="1050" b="1">
                <a:solidFill>
                  <a:srgbClr val="3DD6C6"/>
                </a:solidFill>
                <a:latin typeface="Arial"/>
                <a:ea typeface="Arial"/>
                <a:cs typeface="Arial"/>
              </a:defRPr>
            </a:lvl6pPr>
            <a:lvl7pPr algn="l">
              <a:defRPr sz="1050" b="1">
                <a:solidFill>
                  <a:srgbClr val="3DD6C6"/>
                </a:solidFill>
                <a:latin typeface="Arial"/>
                <a:ea typeface="Arial"/>
                <a:cs typeface="Arial"/>
              </a:defRPr>
            </a:lvl7pPr>
            <a:lvl8pPr algn="l">
              <a:defRPr sz="1050" b="1">
                <a:solidFill>
                  <a:srgbClr val="3DD6C6"/>
                </a:solidFill>
                <a:latin typeface="Arial"/>
                <a:ea typeface="Arial"/>
                <a:cs typeface="Arial"/>
              </a:defRPr>
            </a:lvl8pPr>
            <a:lvl9pPr algn="l">
              <a:defRPr sz="1050" b="1">
                <a:solidFill>
                  <a:srgbClr val="3DD6C6"/>
                </a:solidFill>
                <a:latin typeface="Arial"/>
                <a:ea typeface="Arial"/>
                <a:cs typeface="Arial"/>
              </a:defRPr>
            </a:lvl9pPr>
          </a:lstStyle>
          <a:p xmlns:a="http://schemas.openxmlformats.org/drawingml/2006/main">
            <a:pPr algn="l">
              <a:defRPr sz="1050" b="1">
                <a:solidFill>
                  <a:srgbClr val="3DD6C6"/>
                </a:solidFill>
                <a:latin typeface="Arial"/>
                <a:ea typeface="Arial"/>
                <a:cs typeface="Arial"/>
              </a:defRPr>
            </a:pPr>
            <a:r>
              <a:rPr sz="1050" b="1">
                <a:solidFill>
                  <a:srgbClr val="3DD6C6"/>
                </a:solidFill>
                <a:latin typeface="Arial"/>
                <a:ea typeface="Arial"/>
                <a:cs typeface="Arial"/>
              </a:rPr>
              <a:t>LOCAL LIBRARY</a:t>
            </a:r>
          </a:p>
        </p:txBody>
      </p:sp>
      <p:sp>
        <p:nvSpPr>
          <p:cNvPr id="14" name="feature-body-1">
            <a:extLst xmlns:a="http://schemas.openxmlformats.org/drawingml/2006/main">
              <a:ext uri="{FF2B5EF4-FFF2-40B4-BE49-F238E27FC236}">
                <a16:creationId xmlns:a16="http://schemas.microsoft.com/office/drawing/2014/main" id="{6FD014EA-51A1-4F1A-AA58-C42104308C8E}"/>
              </a:ext>
            </a:extLst>
          </p:cNvPr>
          <p:cNvSpPr>
            <a:spLocks xmlns:a="http://schemas.openxmlformats.org/drawingml/2006/main" noGrp="1"/>
          </p:cNvSpPr>
          <p:nvPr/>
        </p:nvSpPr>
        <p:spPr>
          <a:xfrm xmlns:a="http://schemas.openxmlformats.org/drawingml/2006/main">
            <a:off x="6257925" y="2076450"/>
            <a:ext cx="4552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PDF · EPUB · MOBI metadata index</a:t>
            </a:r>
          </a:p>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Incremental scan · catalog matching</a:t>
            </a:r>
          </a:p>
        </p:txBody>
      </p:sp>
      <p:sp>
        <p:nvSpPr>
          <p:cNvPr id="15" name="feature-2">
            <a:extLst xmlns:a="http://schemas.openxmlformats.org/drawingml/2006/main">
              <a:ext uri="{FF2B5EF4-FFF2-40B4-BE49-F238E27FC236}">
                <a16:creationId xmlns:a16="http://schemas.microsoft.com/office/drawing/2014/main" id="{F54A3AD4-685F-4249-ABE0-65CA4996E0AB}"/>
              </a:ext>
            </a:extLst>
          </p:cNvPr>
          <p:cNvSpPr>
            <a:spLocks xmlns:a="http://schemas.openxmlformats.org/drawingml/2006/main" noGrp="1"/>
          </p:cNvSpPr>
          <p:nvPr/>
        </p:nvSpPr>
        <p:spPr>
          <a:xfrm xmlns:a="http://schemas.openxmlformats.org/drawingml/2006/main">
            <a:off x="552450" y="3257550"/>
            <a:ext cx="5143500" cy="1400175"/>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C9D9EC"/>
            </a:solidFill>
            <a:prstDash val="solid"/>
          </a:ln>
        </p:spPr>
      </p:sp>
      <p:sp>
        <p:nvSpPr>
          <p:cNvPr id="16" name="feature-accent-2">
            <a:extLst xmlns:a="http://schemas.openxmlformats.org/drawingml/2006/main">
              <a:ext uri="{FF2B5EF4-FFF2-40B4-BE49-F238E27FC236}">
                <a16:creationId xmlns:a16="http://schemas.microsoft.com/office/drawing/2014/main" id="{0EBD892F-A659-49E2-B8F8-80A12450F37E}"/>
              </a:ext>
            </a:extLst>
          </p:cNvPr>
          <p:cNvSpPr>
            <a:spLocks xmlns:a="http://schemas.openxmlformats.org/drawingml/2006/main" noGrp="1"/>
          </p:cNvSpPr>
          <p:nvPr/>
        </p:nvSpPr>
        <p:spPr>
          <a:xfrm xmlns:a="http://schemas.openxmlformats.org/drawingml/2006/main">
            <a:off x="552450" y="3257550"/>
            <a:ext cx="66675" cy="1400175"/>
          </a:xfrm>
          <a:prstGeom xmlns:a="http://schemas.openxmlformats.org/drawingml/2006/main" prst="rect">
            <a:avLst/>
          </a:prstGeom>
          <a:solidFill xmlns:a="http://schemas.openxmlformats.org/drawingml/2006/main">
            <a:srgbClr val="55B8FF"/>
          </a:solidFill>
          <a:ln xmlns:a="http://schemas.openxmlformats.org/drawingml/2006/main" w="0">
            <a:noFill/>
            <a:prstDash val="solid"/>
          </a:ln>
        </p:spPr>
      </p:sp>
      <p:sp>
        <p:nvSpPr>
          <p:cNvPr id="17" name="feature-title-2">
            <a:extLst xmlns:a="http://schemas.openxmlformats.org/drawingml/2006/main">
              <a:ext uri="{FF2B5EF4-FFF2-40B4-BE49-F238E27FC236}">
                <a16:creationId xmlns:a16="http://schemas.microsoft.com/office/drawing/2014/main" id="{AF468CE4-88CB-482F-BBF6-742B475E94EF}"/>
              </a:ext>
            </a:extLst>
          </p:cNvPr>
          <p:cNvSpPr>
            <a:spLocks xmlns:a="http://schemas.openxmlformats.org/drawingml/2006/main" noGrp="1"/>
          </p:cNvSpPr>
          <p:nvPr/>
        </p:nvSpPr>
        <p:spPr>
          <a:xfrm xmlns:a="http://schemas.openxmlformats.org/drawingml/2006/main">
            <a:off x="790575" y="34766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5B8FF"/>
                </a:solidFill>
                <a:latin typeface="Arial"/>
                <a:ea typeface="Arial"/>
                <a:cs typeface="Arial"/>
              </a:defRPr>
            </a:defPPr>
            <a:lvl1pPr algn="l">
              <a:defRPr sz="1050" b="1">
                <a:solidFill>
                  <a:srgbClr val="55B8FF"/>
                </a:solidFill>
                <a:latin typeface="Arial"/>
                <a:ea typeface="Arial"/>
                <a:cs typeface="Arial"/>
              </a:defRPr>
            </a:lvl1pPr>
            <a:lvl2pPr algn="l">
              <a:defRPr sz="1050" b="1">
                <a:solidFill>
                  <a:srgbClr val="55B8FF"/>
                </a:solidFill>
                <a:latin typeface="Arial"/>
                <a:ea typeface="Arial"/>
                <a:cs typeface="Arial"/>
              </a:defRPr>
            </a:lvl2pPr>
            <a:lvl3pPr algn="l">
              <a:defRPr sz="1050" b="1">
                <a:solidFill>
                  <a:srgbClr val="55B8FF"/>
                </a:solidFill>
                <a:latin typeface="Arial"/>
                <a:ea typeface="Arial"/>
                <a:cs typeface="Arial"/>
              </a:defRPr>
            </a:lvl3pPr>
            <a:lvl4pPr algn="l">
              <a:defRPr sz="1050" b="1">
                <a:solidFill>
                  <a:srgbClr val="55B8FF"/>
                </a:solidFill>
                <a:latin typeface="Arial"/>
                <a:ea typeface="Arial"/>
                <a:cs typeface="Arial"/>
              </a:defRPr>
            </a:lvl4pPr>
            <a:lvl5pPr algn="l">
              <a:defRPr sz="1050" b="1">
                <a:solidFill>
                  <a:srgbClr val="55B8FF"/>
                </a:solidFill>
                <a:latin typeface="Arial"/>
                <a:ea typeface="Arial"/>
                <a:cs typeface="Arial"/>
              </a:defRPr>
            </a:lvl5pPr>
            <a:lvl6pPr algn="l">
              <a:defRPr sz="1050" b="1">
                <a:solidFill>
                  <a:srgbClr val="55B8FF"/>
                </a:solidFill>
                <a:latin typeface="Arial"/>
                <a:ea typeface="Arial"/>
                <a:cs typeface="Arial"/>
              </a:defRPr>
            </a:lvl6pPr>
            <a:lvl7pPr algn="l">
              <a:defRPr sz="1050" b="1">
                <a:solidFill>
                  <a:srgbClr val="55B8FF"/>
                </a:solidFill>
                <a:latin typeface="Arial"/>
                <a:ea typeface="Arial"/>
                <a:cs typeface="Arial"/>
              </a:defRPr>
            </a:lvl7pPr>
            <a:lvl8pPr algn="l">
              <a:defRPr sz="1050" b="1">
                <a:solidFill>
                  <a:srgbClr val="55B8FF"/>
                </a:solidFill>
                <a:latin typeface="Arial"/>
                <a:ea typeface="Arial"/>
                <a:cs typeface="Arial"/>
              </a:defRPr>
            </a:lvl8pPr>
            <a:lvl9pPr algn="l">
              <a:defRPr sz="1050" b="1">
                <a:solidFill>
                  <a:srgbClr val="55B8FF"/>
                </a:solidFill>
                <a:latin typeface="Arial"/>
                <a:ea typeface="Arial"/>
                <a:cs typeface="Arial"/>
              </a:defRPr>
            </a:lvl9pPr>
          </a:lstStyle>
          <a:p xmlns:a="http://schemas.openxmlformats.org/drawingml/2006/main">
            <a:pPr algn="l">
              <a:defRPr sz="1050" b="1">
                <a:solidFill>
                  <a:srgbClr val="55B8FF"/>
                </a:solidFill>
                <a:latin typeface="Arial"/>
                <a:ea typeface="Arial"/>
                <a:cs typeface="Arial"/>
              </a:defRPr>
            </a:pPr>
            <a:r>
              <a:rPr sz="1050" b="1">
                <a:solidFill>
                  <a:srgbClr val="55B8FF"/>
                </a:solidFill>
                <a:latin typeface="Arial"/>
                <a:ea typeface="Arial"/>
                <a:cs typeface="Arial"/>
              </a:rPr>
              <a:t>READING</a:t>
            </a:r>
          </a:p>
        </p:txBody>
      </p:sp>
      <p:sp>
        <p:nvSpPr>
          <p:cNvPr id="18" name="feature-body-2">
            <a:extLst xmlns:a="http://schemas.openxmlformats.org/drawingml/2006/main">
              <a:ext uri="{FF2B5EF4-FFF2-40B4-BE49-F238E27FC236}">
                <a16:creationId xmlns:a16="http://schemas.microsoft.com/office/drawing/2014/main" id="{A0C8BCF5-E30F-43AF-8D3C-530BA0606519}"/>
              </a:ext>
            </a:extLst>
          </p:cNvPr>
          <p:cNvSpPr>
            <a:spLocks xmlns:a="http://schemas.openxmlformats.org/drawingml/2006/main" noGrp="1"/>
          </p:cNvSpPr>
          <p:nvPr/>
        </p:nvSpPr>
        <p:spPr>
          <a:xfrm xmlns:a="http://schemas.openxmlformats.org/drawingml/2006/main">
            <a:off x="790575" y="3838575"/>
            <a:ext cx="4552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Manual page / percentage progress</a:t>
            </a:r>
          </a:p>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Start · finish · reading history</a:t>
            </a:r>
          </a:p>
        </p:txBody>
      </p:sp>
      <p:sp>
        <p:nvSpPr>
          <p:cNvPr id="19" name="feature-3">
            <a:extLst xmlns:a="http://schemas.openxmlformats.org/drawingml/2006/main">
              <a:ext uri="{FF2B5EF4-FFF2-40B4-BE49-F238E27FC236}">
                <a16:creationId xmlns:a16="http://schemas.microsoft.com/office/drawing/2014/main" id="{18A550C1-2D17-402D-8DC4-C02D249351D2}"/>
              </a:ext>
            </a:extLst>
          </p:cNvPr>
          <p:cNvSpPr>
            <a:spLocks xmlns:a="http://schemas.openxmlformats.org/drawingml/2006/main" noGrp="1"/>
          </p:cNvSpPr>
          <p:nvPr/>
        </p:nvSpPr>
        <p:spPr>
          <a:xfrm xmlns:a="http://schemas.openxmlformats.org/drawingml/2006/main">
            <a:off x="6019800" y="3257550"/>
            <a:ext cx="5143500" cy="1400175"/>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9525">
            <a:solidFill>
              <a:srgbClr val="C9D9EC"/>
            </a:solidFill>
            <a:prstDash val="solid"/>
          </a:ln>
        </p:spPr>
      </p:sp>
      <p:sp>
        <p:nvSpPr>
          <p:cNvPr id="20" name="feature-accent-3">
            <a:extLst xmlns:a="http://schemas.openxmlformats.org/drawingml/2006/main">
              <a:ext uri="{FF2B5EF4-FFF2-40B4-BE49-F238E27FC236}">
                <a16:creationId xmlns:a16="http://schemas.microsoft.com/office/drawing/2014/main" id="{74F0EC97-5D09-442F-B394-FE15453C758D}"/>
              </a:ext>
            </a:extLst>
          </p:cNvPr>
          <p:cNvSpPr>
            <a:spLocks xmlns:a="http://schemas.openxmlformats.org/drawingml/2006/main" noGrp="1"/>
          </p:cNvSpPr>
          <p:nvPr/>
        </p:nvSpPr>
        <p:spPr>
          <a:xfrm xmlns:a="http://schemas.openxmlformats.org/drawingml/2006/main">
            <a:off x="6019800" y="3257550"/>
            <a:ext cx="66675" cy="140017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1" name="feature-title-3">
            <a:extLst xmlns:a="http://schemas.openxmlformats.org/drawingml/2006/main">
              <a:ext uri="{FF2B5EF4-FFF2-40B4-BE49-F238E27FC236}">
                <a16:creationId xmlns:a16="http://schemas.microsoft.com/office/drawing/2014/main" id="{B34B0699-6E6E-4428-BC9C-28E3786232B5}"/>
              </a:ext>
            </a:extLst>
          </p:cNvPr>
          <p:cNvSpPr>
            <a:spLocks xmlns:a="http://schemas.openxmlformats.org/drawingml/2006/main" noGrp="1"/>
          </p:cNvSpPr>
          <p:nvPr/>
        </p:nvSpPr>
        <p:spPr>
          <a:xfrm xmlns:a="http://schemas.openxmlformats.org/drawingml/2006/main">
            <a:off x="6257925" y="34766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563EB"/>
                </a:solidFill>
                <a:latin typeface="Arial"/>
                <a:ea typeface="Arial"/>
                <a:cs typeface="Arial"/>
              </a:defRPr>
            </a:defPPr>
            <a:lvl1pPr algn="l">
              <a:defRPr sz="1050" b="1">
                <a:solidFill>
                  <a:srgbClr val="2563EB"/>
                </a:solidFill>
                <a:latin typeface="Arial"/>
                <a:ea typeface="Arial"/>
                <a:cs typeface="Arial"/>
              </a:defRPr>
            </a:lvl1pPr>
            <a:lvl2pPr algn="l">
              <a:defRPr sz="1050" b="1">
                <a:solidFill>
                  <a:srgbClr val="2563EB"/>
                </a:solidFill>
                <a:latin typeface="Arial"/>
                <a:ea typeface="Arial"/>
                <a:cs typeface="Arial"/>
              </a:defRPr>
            </a:lvl2pPr>
            <a:lvl3pPr algn="l">
              <a:defRPr sz="1050" b="1">
                <a:solidFill>
                  <a:srgbClr val="2563EB"/>
                </a:solidFill>
                <a:latin typeface="Arial"/>
                <a:ea typeface="Arial"/>
                <a:cs typeface="Arial"/>
              </a:defRPr>
            </a:lvl3pPr>
            <a:lvl4pPr algn="l">
              <a:defRPr sz="1050" b="1">
                <a:solidFill>
                  <a:srgbClr val="2563EB"/>
                </a:solidFill>
                <a:latin typeface="Arial"/>
                <a:ea typeface="Arial"/>
                <a:cs typeface="Arial"/>
              </a:defRPr>
            </a:lvl4pPr>
            <a:lvl5pPr algn="l">
              <a:defRPr sz="1050" b="1">
                <a:solidFill>
                  <a:srgbClr val="2563EB"/>
                </a:solidFill>
                <a:latin typeface="Arial"/>
                <a:ea typeface="Arial"/>
                <a:cs typeface="Arial"/>
              </a:defRPr>
            </a:lvl5pPr>
            <a:lvl6pPr algn="l">
              <a:defRPr sz="1050" b="1">
                <a:solidFill>
                  <a:srgbClr val="2563EB"/>
                </a:solidFill>
                <a:latin typeface="Arial"/>
                <a:ea typeface="Arial"/>
                <a:cs typeface="Arial"/>
              </a:defRPr>
            </a:lvl6pPr>
            <a:lvl7pPr algn="l">
              <a:defRPr sz="1050" b="1">
                <a:solidFill>
                  <a:srgbClr val="2563EB"/>
                </a:solidFill>
                <a:latin typeface="Arial"/>
                <a:ea typeface="Arial"/>
                <a:cs typeface="Arial"/>
              </a:defRPr>
            </a:lvl7pPr>
            <a:lvl8pPr algn="l">
              <a:defRPr sz="1050" b="1">
                <a:solidFill>
                  <a:srgbClr val="2563EB"/>
                </a:solidFill>
                <a:latin typeface="Arial"/>
                <a:ea typeface="Arial"/>
                <a:cs typeface="Arial"/>
              </a:defRPr>
            </a:lvl8pPr>
            <a:lvl9pPr algn="l">
              <a:defRPr sz="1050" b="1">
                <a:solidFill>
                  <a:srgbClr val="2563EB"/>
                </a:solidFill>
                <a:latin typeface="Arial"/>
                <a:ea typeface="Arial"/>
                <a:cs typeface="Arial"/>
              </a:defRPr>
            </a:lvl9pPr>
          </a:lstStyle>
          <a:p xmlns:a="http://schemas.openxmlformats.org/drawingml/2006/main">
            <a:pPr algn="l">
              <a:defRPr sz="1050" b="1">
                <a:solidFill>
                  <a:srgbClr val="2563EB"/>
                </a:solidFill>
                <a:latin typeface="Arial"/>
                <a:ea typeface="Arial"/>
                <a:cs typeface="Arial"/>
              </a:defRPr>
            </a:pPr>
            <a:r>
              <a:rPr sz="1050" b="1">
                <a:solidFill>
                  <a:srgbClr val="2563EB"/>
                </a:solidFill>
                <a:latin typeface="Arial"/>
                <a:ea typeface="Arial"/>
                <a:cs typeface="Arial"/>
              </a:rPr>
              <a:t>PERSONAL MEMORY</a:t>
            </a:r>
          </a:p>
        </p:txBody>
      </p:sp>
      <p:sp>
        <p:nvSpPr>
          <p:cNvPr id="22" name="feature-body-3">
            <a:extLst xmlns:a="http://schemas.openxmlformats.org/drawingml/2006/main">
              <a:ext uri="{FF2B5EF4-FFF2-40B4-BE49-F238E27FC236}">
                <a16:creationId xmlns:a16="http://schemas.microsoft.com/office/drawing/2014/main" id="{6D79A37F-E6F3-4B8F-97F0-7FA5CC01BB8A}"/>
              </a:ext>
            </a:extLst>
          </p:cNvPr>
          <p:cNvSpPr>
            <a:spLocks xmlns:a="http://schemas.openxmlformats.org/drawingml/2006/main" noGrp="1"/>
          </p:cNvSpPr>
          <p:nvPr/>
        </p:nvSpPr>
        <p:spPr>
          <a:xfrm xmlns:a="http://schemas.openxmlformats.org/drawingml/2006/main">
            <a:off x="6257925" y="3838575"/>
            <a:ext cx="4552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Favorites · ratings · reviews · notes</a:t>
            </a:r>
          </a:p>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Wishlist · tags · collections · bookmarks</a:t>
            </a:r>
          </a:p>
        </p:txBody>
      </p:sp>
      <p:sp>
        <p:nvSpPr>
          <p:cNvPr id="23" name="local-first-callout">
            <a:extLst xmlns:a="http://schemas.openxmlformats.org/drawingml/2006/main">
              <a:ext uri="{FF2B5EF4-FFF2-40B4-BE49-F238E27FC236}">
                <a16:creationId xmlns:a16="http://schemas.microsoft.com/office/drawing/2014/main" id="{FAEB3375-88A7-45EC-BC85-575AC3DDB852}"/>
              </a:ext>
            </a:extLst>
          </p:cNvPr>
          <p:cNvSpPr>
            <a:spLocks xmlns:a="http://schemas.openxmlformats.org/drawingml/2006/main" noGrp="1"/>
          </p:cNvSpPr>
          <p:nvPr/>
        </p:nvSpPr>
        <p:spPr>
          <a:xfrm xmlns:a="http://schemas.openxmlformats.org/drawingml/2006/main">
            <a:off x="552450" y="5143500"/>
            <a:ext cx="10810875" cy="647700"/>
          </a:xfrm>
          <a:prstGeom xmlns:a="http://schemas.openxmlformats.org/drawingml/2006/main" prst="roundRect">
            <a:avLst>
              <a:gd name="adj" fmla="val 17647"/>
            </a:avLst>
          </a:prstGeom>
          <a:solidFill xmlns:a="http://schemas.openxmlformats.org/drawingml/2006/main">
            <a:srgbClr val="0B1730"/>
          </a:solidFill>
          <a:ln xmlns:a="http://schemas.openxmlformats.org/drawingml/2006/main" w="9525">
            <a:solidFill>
              <a:srgbClr val="0B1730"/>
            </a:solidFill>
            <a:prstDash val="solid"/>
          </a:ln>
        </p:spPr>
      </p:sp>
      <p:sp>
        <p:nvSpPr>
          <p:cNvPr id="24" name="local-first-callout-text">
            <a:extLst xmlns:a="http://schemas.openxmlformats.org/drawingml/2006/main">
              <a:ext uri="{FF2B5EF4-FFF2-40B4-BE49-F238E27FC236}">
                <a16:creationId xmlns:a16="http://schemas.microsoft.com/office/drawing/2014/main" id="{91A4DA9B-F47D-4869-8114-35472C824A68}"/>
              </a:ext>
            </a:extLst>
          </p:cNvPr>
          <p:cNvSpPr>
            <a:spLocks xmlns:a="http://schemas.openxmlformats.org/drawingml/2006/main" noGrp="1"/>
          </p:cNvSpPr>
          <p:nvPr/>
        </p:nvSpPr>
        <p:spPr>
          <a:xfrm xmlns:a="http://schemas.openxmlformats.org/drawingml/2006/main">
            <a:off x="781050" y="52863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3DD6C6"/>
                </a:solidFill>
                <a:latin typeface="Arial"/>
                <a:ea typeface="Arial"/>
                <a:cs typeface="Arial"/>
              </a:defRPr>
            </a:defPPr>
            <a:lvl1pPr algn="l">
              <a:defRPr sz="975" b="1">
                <a:solidFill>
                  <a:srgbClr val="3DD6C6"/>
                </a:solidFill>
                <a:latin typeface="Arial"/>
                <a:ea typeface="Arial"/>
                <a:cs typeface="Arial"/>
              </a:defRPr>
            </a:lvl1pPr>
            <a:lvl2pPr algn="l">
              <a:defRPr sz="975" b="1">
                <a:solidFill>
                  <a:srgbClr val="3DD6C6"/>
                </a:solidFill>
                <a:latin typeface="Arial"/>
                <a:ea typeface="Arial"/>
                <a:cs typeface="Arial"/>
              </a:defRPr>
            </a:lvl2pPr>
            <a:lvl3pPr algn="l">
              <a:defRPr sz="975" b="1">
                <a:solidFill>
                  <a:srgbClr val="3DD6C6"/>
                </a:solidFill>
                <a:latin typeface="Arial"/>
                <a:ea typeface="Arial"/>
                <a:cs typeface="Arial"/>
              </a:defRPr>
            </a:lvl3pPr>
            <a:lvl4pPr algn="l">
              <a:defRPr sz="975" b="1">
                <a:solidFill>
                  <a:srgbClr val="3DD6C6"/>
                </a:solidFill>
                <a:latin typeface="Arial"/>
                <a:ea typeface="Arial"/>
                <a:cs typeface="Arial"/>
              </a:defRPr>
            </a:lvl4pPr>
            <a:lvl5pPr algn="l">
              <a:defRPr sz="975" b="1">
                <a:solidFill>
                  <a:srgbClr val="3DD6C6"/>
                </a:solidFill>
                <a:latin typeface="Arial"/>
                <a:ea typeface="Arial"/>
                <a:cs typeface="Arial"/>
              </a:defRPr>
            </a:lvl5pPr>
            <a:lvl6pPr algn="l">
              <a:defRPr sz="975" b="1">
                <a:solidFill>
                  <a:srgbClr val="3DD6C6"/>
                </a:solidFill>
                <a:latin typeface="Arial"/>
                <a:ea typeface="Arial"/>
                <a:cs typeface="Arial"/>
              </a:defRPr>
            </a:lvl6pPr>
            <a:lvl7pPr algn="l">
              <a:defRPr sz="975" b="1">
                <a:solidFill>
                  <a:srgbClr val="3DD6C6"/>
                </a:solidFill>
                <a:latin typeface="Arial"/>
                <a:ea typeface="Arial"/>
                <a:cs typeface="Arial"/>
              </a:defRPr>
            </a:lvl7pPr>
            <a:lvl8pPr algn="l">
              <a:defRPr sz="975" b="1">
                <a:solidFill>
                  <a:srgbClr val="3DD6C6"/>
                </a:solidFill>
                <a:latin typeface="Arial"/>
                <a:ea typeface="Arial"/>
                <a:cs typeface="Arial"/>
              </a:defRPr>
            </a:lvl8pPr>
            <a:lvl9pPr algn="l">
              <a:defRPr sz="975" b="1">
                <a:solidFill>
                  <a:srgbClr val="3DD6C6"/>
                </a:solidFill>
                <a:latin typeface="Arial"/>
                <a:ea typeface="Arial"/>
                <a:cs typeface="Arial"/>
              </a:defRPr>
            </a:lvl9pPr>
          </a:lstStyle>
          <a:p xmlns:a="http://schemas.openxmlformats.org/drawingml/2006/main">
            <a:pPr algn="l">
              <a:defRPr sz="975" b="1">
                <a:solidFill>
                  <a:srgbClr val="3DD6C6"/>
                </a:solidFill>
                <a:latin typeface="Arial"/>
                <a:ea typeface="Arial"/>
                <a:cs typeface="Arial"/>
              </a:defRPr>
            </a:pPr>
            <a:r>
              <a:rPr sz="975" b="1">
                <a:solidFill>
                  <a:srgbClr val="3DD6C6"/>
                </a:solidFill>
                <a:latin typeface="Arial"/>
                <a:ea typeface="Arial"/>
                <a:cs typeface="Arial"/>
              </a:rPr>
              <a:t>LOCAL-FIRST BY DESIGN</a:t>
            </a:r>
          </a:p>
        </p:txBody>
      </p:sp>
      <p:sp>
        <p:nvSpPr>
          <p:cNvPr id="25" name="local-first-callout-copy">
            <a:extLst xmlns:a="http://schemas.openxmlformats.org/drawingml/2006/main">
              <a:ext uri="{FF2B5EF4-FFF2-40B4-BE49-F238E27FC236}">
                <a16:creationId xmlns:a16="http://schemas.microsoft.com/office/drawing/2014/main" id="{B8E39768-2ABF-428E-8AC2-4BFEB695FA7B}"/>
              </a:ext>
            </a:extLst>
          </p:cNvPr>
          <p:cNvSpPr>
            <a:spLocks xmlns:a="http://schemas.openxmlformats.org/drawingml/2006/main" noGrp="1"/>
          </p:cNvSpPr>
          <p:nvPr/>
        </p:nvSpPr>
        <p:spPr>
          <a:xfrm xmlns:a="http://schemas.openxmlformats.org/drawingml/2006/main">
            <a:off x="3171825" y="5238750"/>
            <a:ext cx="784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Unmatched files remain manageable library items; catalog data enriches them when a match exists.</a:t>
            </a:r>
          </a:p>
        </p:txBody>
      </p:sp>
    </p:spTree>
    <p:extLst>
      <p:ext uri="{BB962C8B-B14F-4D97-AF65-F5344CB8AC3E}">
        <p14:creationId xmlns:p14="http://schemas.microsoft.com/office/powerpoint/2010/main" val="973771172"/>
      </p:ext>
    </p:extLst>
  </p:cSld>
</p:sld>
</file>

<file path=ppt/slides/slide6.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32" name="top-accent">
            <a:extLst xmlns:a="http://schemas.openxmlformats.org/drawingml/2006/main">
              <a:ext uri="{FF2B5EF4-FFF2-40B4-BE49-F238E27FC236}">
                <a16:creationId xmlns:a16="http://schemas.microsoft.com/office/drawing/2014/main" id="{8B4E9BAD-46BF-4EBE-9399-B253AAE882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193935AE-3968-4514-9E7F-6E42374402FA}"/>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IMPLEMENTATION</a:t>
            </a:r>
          </a:p>
        </p:txBody>
      </p:sp>
      <p:sp>
        <p:nvSpPr>
          <p:cNvPr id="3" name="slide-title">
            <a:extLst xmlns:a="http://schemas.openxmlformats.org/drawingml/2006/main">
              <a:ext uri="{FF2B5EF4-FFF2-40B4-BE49-F238E27FC236}">
                <a16:creationId xmlns:a16="http://schemas.microsoft.com/office/drawing/2014/main" id="{B86EAFEA-F672-441D-A401-D4502C5BC1B2}"/>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Technology stack</a:t>
            </a:r>
          </a:p>
        </p:txBody>
      </p:sp>
      <p:sp>
        <p:nvSpPr>
          <p:cNvPr id="4" name="footer-line">
            <a:extLst xmlns:a="http://schemas.openxmlformats.org/drawingml/2006/main">
              <a:ext uri="{FF2B5EF4-FFF2-40B4-BE49-F238E27FC236}">
                <a16:creationId xmlns:a16="http://schemas.microsoft.com/office/drawing/2014/main" id="{F18E413F-DB1A-4E19-9F72-6C934A5EF857}"/>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6A2DA88A-B30E-4433-932A-FD748E94DC9C}"/>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1CDC01B7-0110-4173-86D9-ECB2E4CC23C1}"/>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06</a:t>
            </a:r>
          </a:p>
        </p:txBody>
      </p:sp>
      <p:sp>
        <p:nvSpPr>
          <p:cNvPr id="7" name="table-header">
            <a:extLst xmlns:a="http://schemas.openxmlformats.org/drawingml/2006/main">
              <a:ext uri="{FF2B5EF4-FFF2-40B4-BE49-F238E27FC236}">
                <a16:creationId xmlns:a16="http://schemas.microsoft.com/office/drawing/2014/main" id="{66700982-B76F-445D-B977-177A6EDDCFE8}"/>
              </a:ext>
            </a:extLst>
          </p:cNvPr>
          <p:cNvSpPr>
            <a:spLocks xmlns:a="http://schemas.openxmlformats.org/drawingml/2006/main" noGrp="1"/>
          </p:cNvSpPr>
          <p:nvPr/>
        </p:nvSpPr>
        <p:spPr>
          <a:xfrm xmlns:a="http://schemas.openxmlformats.org/drawingml/2006/main">
            <a:off x="1266825" y="1428750"/>
            <a:ext cx="9639300" cy="476250"/>
          </a:xfrm>
          <a:prstGeom xmlns:a="http://schemas.openxmlformats.org/drawingml/2006/main" prst="roundRect">
            <a:avLst>
              <a:gd name="adj" fmla="val 16000"/>
            </a:avLst>
          </a:prstGeom>
          <a:solidFill xmlns:a="http://schemas.openxmlformats.org/drawingml/2006/main">
            <a:srgbClr val="0B1730"/>
          </a:solidFill>
          <a:ln xmlns:a="http://schemas.openxmlformats.org/drawingml/2006/main" w="9525">
            <a:solidFill>
              <a:srgbClr val="0B1730"/>
            </a:solidFill>
            <a:prstDash val="solid"/>
          </a:ln>
        </p:spPr>
      </p:sp>
      <p:sp>
        <p:nvSpPr>
          <p:cNvPr id="8" name="table-head-1">
            <a:extLst xmlns:a="http://schemas.openxmlformats.org/drawingml/2006/main">
              <a:ext uri="{FF2B5EF4-FFF2-40B4-BE49-F238E27FC236}">
                <a16:creationId xmlns:a16="http://schemas.microsoft.com/office/drawing/2014/main" id="{694A5363-63E5-40FB-9CDA-EA557D5CB0AD}"/>
              </a:ext>
            </a:extLst>
          </p:cNvPr>
          <p:cNvSpPr>
            <a:spLocks xmlns:a="http://schemas.openxmlformats.org/drawingml/2006/main" noGrp="1"/>
          </p:cNvSpPr>
          <p:nvPr/>
        </p:nvSpPr>
        <p:spPr>
          <a:xfrm xmlns:a="http://schemas.openxmlformats.org/drawingml/2006/main">
            <a:off x="1457325" y="1571625"/>
            <a:ext cx="2905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FFFFF"/>
                </a:solidFill>
                <a:latin typeface="Arial"/>
                <a:ea typeface="Arial"/>
                <a:cs typeface="Arial"/>
              </a:defRPr>
            </a:defPPr>
            <a:lvl1pPr algn="l">
              <a:defRPr sz="975" b="1">
                <a:solidFill>
                  <a:srgbClr val="FFFFFF"/>
                </a:solidFill>
                <a:latin typeface="Arial"/>
                <a:ea typeface="Arial"/>
                <a:cs typeface="Arial"/>
              </a:defRPr>
            </a:lvl1pPr>
            <a:lvl2pPr algn="l">
              <a:defRPr sz="975" b="1">
                <a:solidFill>
                  <a:srgbClr val="FFFFFF"/>
                </a:solidFill>
                <a:latin typeface="Arial"/>
                <a:ea typeface="Arial"/>
                <a:cs typeface="Arial"/>
              </a:defRPr>
            </a:lvl2pPr>
            <a:lvl3pPr algn="l">
              <a:defRPr sz="975" b="1">
                <a:solidFill>
                  <a:srgbClr val="FFFFFF"/>
                </a:solidFill>
                <a:latin typeface="Arial"/>
                <a:ea typeface="Arial"/>
                <a:cs typeface="Arial"/>
              </a:defRPr>
            </a:lvl3pPr>
            <a:lvl4pPr algn="l">
              <a:defRPr sz="975" b="1">
                <a:solidFill>
                  <a:srgbClr val="FFFFFF"/>
                </a:solidFill>
                <a:latin typeface="Arial"/>
                <a:ea typeface="Arial"/>
                <a:cs typeface="Arial"/>
              </a:defRPr>
            </a:lvl4pPr>
            <a:lvl5pPr algn="l">
              <a:defRPr sz="975" b="1">
                <a:solidFill>
                  <a:srgbClr val="FFFFFF"/>
                </a:solidFill>
                <a:latin typeface="Arial"/>
                <a:ea typeface="Arial"/>
                <a:cs typeface="Arial"/>
              </a:defRPr>
            </a:lvl5pPr>
            <a:lvl6pPr algn="l">
              <a:defRPr sz="975" b="1">
                <a:solidFill>
                  <a:srgbClr val="FFFFFF"/>
                </a:solidFill>
                <a:latin typeface="Arial"/>
                <a:ea typeface="Arial"/>
                <a:cs typeface="Arial"/>
              </a:defRPr>
            </a:lvl6pPr>
            <a:lvl7pPr algn="l">
              <a:defRPr sz="975" b="1">
                <a:solidFill>
                  <a:srgbClr val="FFFFFF"/>
                </a:solidFill>
                <a:latin typeface="Arial"/>
                <a:ea typeface="Arial"/>
                <a:cs typeface="Arial"/>
              </a:defRPr>
            </a:lvl7pPr>
            <a:lvl8pPr algn="l">
              <a:defRPr sz="975" b="1">
                <a:solidFill>
                  <a:srgbClr val="FFFFFF"/>
                </a:solidFill>
                <a:latin typeface="Arial"/>
                <a:ea typeface="Arial"/>
                <a:cs typeface="Arial"/>
              </a:defRPr>
            </a:lvl8pPr>
            <a:lvl9pPr algn="l">
              <a:defRPr sz="975" b="1">
                <a:solidFill>
                  <a:srgbClr val="FFFFFF"/>
                </a:solidFill>
                <a:latin typeface="Arial"/>
                <a:ea typeface="Arial"/>
                <a:cs typeface="Arial"/>
              </a:defRPr>
            </a:lvl9pPr>
          </a:lstStyle>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AREA</a:t>
            </a:r>
          </a:p>
        </p:txBody>
      </p:sp>
      <p:sp>
        <p:nvSpPr>
          <p:cNvPr id="9" name="table-head-2">
            <a:extLst xmlns:a="http://schemas.openxmlformats.org/drawingml/2006/main">
              <a:ext uri="{FF2B5EF4-FFF2-40B4-BE49-F238E27FC236}">
                <a16:creationId xmlns:a16="http://schemas.microsoft.com/office/drawing/2014/main" id="{588997A1-0530-46F0-B6C5-98A573AC5D5D}"/>
              </a:ext>
            </a:extLst>
          </p:cNvPr>
          <p:cNvSpPr>
            <a:spLocks xmlns:a="http://schemas.openxmlformats.org/drawingml/2006/main" noGrp="1"/>
          </p:cNvSpPr>
          <p:nvPr/>
        </p:nvSpPr>
        <p:spPr>
          <a:xfrm xmlns:a="http://schemas.openxmlformats.org/drawingml/2006/main">
            <a:off x="4695825" y="1571625"/>
            <a:ext cx="60674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FFFFF"/>
                </a:solidFill>
                <a:latin typeface="Arial"/>
                <a:ea typeface="Arial"/>
                <a:cs typeface="Arial"/>
              </a:defRPr>
            </a:defPPr>
            <a:lvl1pPr algn="l">
              <a:defRPr sz="975" b="1">
                <a:solidFill>
                  <a:srgbClr val="FFFFFF"/>
                </a:solidFill>
                <a:latin typeface="Arial"/>
                <a:ea typeface="Arial"/>
                <a:cs typeface="Arial"/>
              </a:defRPr>
            </a:lvl1pPr>
            <a:lvl2pPr algn="l">
              <a:defRPr sz="975" b="1">
                <a:solidFill>
                  <a:srgbClr val="FFFFFF"/>
                </a:solidFill>
                <a:latin typeface="Arial"/>
                <a:ea typeface="Arial"/>
                <a:cs typeface="Arial"/>
              </a:defRPr>
            </a:lvl2pPr>
            <a:lvl3pPr algn="l">
              <a:defRPr sz="975" b="1">
                <a:solidFill>
                  <a:srgbClr val="FFFFFF"/>
                </a:solidFill>
                <a:latin typeface="Arial"/>
                <a:ea typeface="Arial"/>
                <a:cs typeface="Arial"/>
              </a:defRPr>
            </a:lvl3pPr>
            <a:lvl4pPr algn="l">
              <a:defRPr sz="975" b="1">
                <a:solidFill>
                  <a:srgbClr val="FFFFFF"/>
                </a:solidFill>
                <a:latin typeface="Arial"/>
                <a:ea typeface="Arial"/>
                <a:cs typeface="Arial"/>
              </a:defRPr>
            </a:lvl4pPr>
            <a:lvl5pPr algn="l">
              <a:defRPr sz="975" b="1">
                <a:solidFill>
                  <a:srgbClr val="FFFFFF"/>
                </a:solidFill>
                <a:latin typeface="Arial"/>
                <a:ea typeface="Arial"/>
                <a:cs typeface="Arial"/>
              </a:defRPr>
            </a:lvl5pPr>
            <a:lvl6pPr algn="l">
              <a:defRPr sz="975" b="1">
                <a:solidFill>
                  <a:srgbClr val="FFFFFF"/>
                </a:solidFill>
                <a:latin typeface="Arial"/>
                <a:ea typeface="Arial"/>
                <a:cs typeface="Arial"/>
              </a:defRPr>
            </a:lvl6pPr>
            <a:lvl7pPr algn="l">
              <a:defRPr sz="975" b="1">
                <a:solidFill>
                  <a:srgbClr val="FFFFFF"/>
                </a:solidFill>
                <a:latin typeface="Arial"/>
                <a:ea typeface="Arial"/>
                <a:cs typeface="Arial"/>
              </a:defRPr>
            </a:lvl7pPr>
            <a:lvl8pPr algn="l">
              <a:defRPr sz="975" b="1">
                <a:solidFill>
                  <a:srgbClr val="FFFFFF"/>
                </a:solidFill>
                <a:latin typeface="Arial"/>
                <a:ea typeface="Arial"/>
                <a:cs typeface="Arial"/>
              </a:defRPr>
            </a:lvl8pPr>
            <a:lvl9pPr algn="l">
              <a:defRPr sz="975" b="1">
                <a:solidFill>
                  <a:srgbClr val="FFFFFF"/>
                </a:solidFill>
                <a:latin typeface="Arial"/>
                <a:ea typeface="Arial"/>
                <a:cs typeface="Arial"/>
              </a:defRPr>
            </a:lvl9pPr>
          </a:lstStyle>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TECHNOLOGY</a:t>
            </a:r>
          </a:p>
        </p:txBody>
      </p:sp>
      <p:sp>
        <p:nvSpPr>
          <p:cNvPr id="10" name="table-row-0">
            <a:extLst xmlns:a="http://schemas.openxmlformats.org/drawingml/2006/main">
              <a:ext uri="{FF2B5EF4-FFF2-40B4-BE49-F238E27FC236}">
                <a16:creationId xmlns:a16="http://schemas.microsoft.com/office/drawing/2014/main" id="{B15D3810-260F-4A6C-99F1-0CBEA74D9DE0}"/>
              </a:ext>
            </a:extLst>
          </p:cNvPr>
          <p:cNvSpPr>
            <a:spLocks xmlns:a="http://schemas.openxmlformats.org/drawingml/2006/main" noGrp="1"/>
          </p:cNvSpPr>
          <p:nvPr/>
        </p:nvSpPr>
        <p:spPr>
          <a:xfrm xmlns:a="http://schemas.openxmlformats.org/drawingml/2006/main">
            <a:off x="1266825" y="1981200"/>
            <a:ext cx="9639300" cy="514350"/>
          </a:xfrm>
          <a:prstGeom xmlns:a="http://schemas.openxmlformats.org/drawingml/2006/main" prst="rect">
            <a:avLst/>
          </a:prstGeom>
          <a:solidFill xmlns:a="http://schemas.openxmlformats.org/drawingml/2006/main">
            <a:srgbClr val="FFFFFF"/>
          </a:solidFill>
          <a:ln xmlns:a="http://schemas.openxmlformats.org/drawingml/2006/main" w="6668">
            <a:solidFill>
              <a:srgbClr val="C9D9EC"/>
            </a:solidFill>
            <a:prstDash val="solid"/>
          </a:ln>
        </p:spPr>
      </p:sp>
      <p:sp>
        <p:nvSpPr>
          <p:cNvPr id="11" name="table-area-0">
            <a:extLst xmlns:a="http://schemas.openxmlformats.org/drawingml/2006/main">
              <a:ext uri="{FF2B5EF4-FFF2-40B4-BE49-F238E27FC236}">
                <a16:creationId xmlns:a16="http://schemas.microsoft.com/office/drawing/2014/main" id="{D70B7ED2-44CD-4FE7-BF84-3B87CB2C1FD9}"/>
              </a:ext>
            </a:extLst>
          </p:cNvPr>
          <p:cNvSpPr>
            <a:spLocks xmlns:a="http://schemas.openxmlformats.org/drawingml/2006/main" noGrp="1"/>
          </p:cNvSpPr>
          <p:nvPr/>
        </p:nvSpPr>
        <p:spPr>
          <a:xfrm xmlns:a="http://schemas.openxmlformats.org/drawingml/2006/main">
            <a:off x="1457325" y="21145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Frontend</a:t>
            </a:r>
          </a:p>
        </p:txBody>
      </p:sp>
      <p:sp>
        <p:nvSpPr>
          <p:cNvPr id="12" name="table-tech-0">
            <a:extLst xmlns:a="http://schemas.openxmlformats.org/drawingml/2006/main">
              <a:ext uri="{FF2B5EF4-FFF2-40B4-BE49-F238E27FC236}">
                <a16:creationId xmlns:a16="http://schemas.microsoft.com/office/drawing/2014/main" id="{FFCA68B9-FB3F-4541-9B59-ABC46D42A148}"/>
              </a:ext>
            </a:extLst>
          </p:cNvPr>
          <p:cNvSpPr>
            <a:spLocks xmlns:a="http://schemas.openxmlformats.org/drawingml/2006/main" noGrp="1"/>
          </p:cNvSpPr>
          <p:nvPr/>
        </p:nvSpPr>
        <p:spPr>
          <a:xfrm xmlns:a="http://schemas.openxmlformats.org/drawingml/2006/main">
            <a:off x="4695825" y="211455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Streamlit</a:t>
            </a:r>
          </a:p>
        </p:txBody>
      </p:sp>
      <p:sp>
        <p:nvSpPr>
          <p:cNvPr id="13" name="table-row-1">
            <a:extLst xmlns:a="http://schemas.openxmlformats.org/drawingml/2006/main">
              <a:ext uri="{FF2B5EF4-FFF2-40B4-BE49-F238E27FC236}">
                <a16:creationId xmlns:a16="http://schemas.microsoft.com/office/drawing/2014/main" id="{9D33B167-393D-4488-B03A-8A4425F6E6C8}"/>
              </a:ext>
            </a:extLst>
          </p:cNvPr>
          <p:cNvSpPr>
            <a:spLocks xmlns:a="http://schemas.openxmlformats.org/drawingml/2006/main" noGrp="1"/>
          </p:cNvSpPr>
          <p:nvPr/>
        </p:nvSpPr>
        <p:spPr>
          <a:xfrm xmlns:a="http://schemas.openxmlformats.org/drawingml/2006/main">
            <a:off x="1266825" y="2533650"/>
            <a:ext cx="9639300" cy="514350"/>
          </a:xfrm>
          <a:prstGeom xmlns:a="http://schemas.openxmlformats.org/drawingml/2006/main" prst="rect">
            <a:avLst/>
          </a:prstGeom>
          <a:solidFill xmlns:a="http://schemas.openxmlformats.org/drawingml/2006/main">
            <a:srgbClr val="EFF6FF"/>
          </a:solidFill>
          <a:ln xmlns:a="http://schemas.openxmlformats.org/drawingml/2006/main" w="6668">
            <a:solidFill>
              <a:srgbClr val="C9D9EC"/>
            </a:solidFill>
            <a:prstDash val="solid"/>
          </a:ln>
        </p:spPr>
      </p:sp>
      <p:sp>
        <p:nvSpPr>
          <p:cNvPr id="14" name="table-area-1">
            <a:extLst xmlns:a="http://schemas.openxmlformats.org/drawingml/2006/main">
              <a:ext uri="{FF2B5EF4-FFF2-40B4-BE49-F238E27FC236}">
                <a16:creationId xmlns:a16="http://schemas.microsoft.com/office/drawing/2014/main" id="{80CE19B9-DBC2-4D6C-BB0C-D4AFE13D3874}"/>
              </a:ext>
            </a:extLst>
          </p:cNvPr>
          <p:cNvSpPr>
            <a:spLocks xmlns:a="http://schemas.openxmlformats.org/drawingml/2006/main" noGrp="1"/>
          </p:cNvSpPr>
          <p:nvPr/>
        </p:nvSpPr>
        <p:spPr>
          <a:xfrm xmlns:a="http://schemas.openxmlformats.org/drawingml/2006/main">
            <a:off x="1457325" y="266700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Language</a:t>
            </a:r>
          </a:p>
        </p:txBody>
      </p:sp>
      <p:sp>
        <p:nvSpPr>
          <p:cNvPr id="15" name="table-tech-1">
            <a:extLst xmlns:a="http://schemas.openxmlformats.org/drawingml/2006/main">
              <a:ext uri="{FF2B5EF4-FFF2-40B4-BE49-F238E27FC236}">
                <a16:creationId xmlns:a16="http://schemas.microsoft.com/office/drawing/2014/main" id="{69F87732-1759-4827-A259-50656687C8C8}"/>
              </a:ext>
            </a:extLst>
          </p:cNvPr>
          <p:cNvSpPr>
            <a:spLocks xmlns:a="http://schemas.openxmlformats.org/drawingml/2006/main" noGrp="1"/>
          </p:cNvSpPr>
          <p:nvPr/>
        </p:nvSpPr>
        <p:spPr>
          <a:xfrm xmlns:a="http://schemas.openxmlformats.org/drawingml/2006/main">
            <a:off x="4695825" y="266700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Python</a:t>
            </a:r>
          </a:p>
        </p:txBody>
      </p:sp>
      <p:sp>
        <p:nvSpPr>
          <p:cNvPr id="16" name="table-row-2">
            <a:extLst xmlns:a="http://schemas.openxmlformats.org/drawingml/2006/main">
              <a:ext uri="{FF2B5EF4-FFF2-40B4-BE49-F238E27FC236}">
                <a16:creationId xmlns:a16="http://schemas.microsoft.com/office/drawing/2014/main" id="{DA1C149F-C7A5-4BE1-A253-C5C52E0E3658}"/>
              </a:ext>
            </a:extLst>
          </p:cNvPr>
          <p:cNvSpPr>
            <a:spLocks xmlns:a="http://schemas.openxmlformats.org/drawingml/2006/main" noGrp="1"/>
          </p:cNvSpPr>
          <p:nvPr/>
        </p:nvSpPr>
        <p:spPr>
          <a:xfrm xmlns:a="http://schemas.openxmlformats.org/drawingml/2006/main">
            <a:off x="1266825" y="3086100"/>
            <a:ext cx="9639300" cy="514350"/>
          </a:xfrm>
          <a:prstGeom xmlns:a="http://schemas.openxmlformats.org/drawingml/2006/main" prst="rect">
            <a:avLst/>
          </a:prstGeom>
          <a:solidFill xmlns:a="http://schemas.openxmlformats.org/drawingml/2006/main">
            <a:srgbClr val="FFFFFF"/>
          </a:solidFill>
          <a:ln xmlns:a="http://schemas.openxmlformats.org/drawingml/2006/main" w="6668">
            <a:solidFill>
              <a:srgbClr val="C9D9EC"/>
            </a:solidFill>
            <a:prstDash val="solid"/>
          </a:ln>
        </p:spPr>
      </p:sp>
      <p:sp>
        <p:nvSpPr>
          <p:cNvPr id="17" name="table-area-2">
            <a:extLst xmlns:a="http://schemas.openxmlformats.org/drawingml/2006/main">
              <a:ext uri="{FF2B5EF4-FFF2-40B4-BE49-F238E27FC236}">
                <a16:creationId xmlns:a16="http://schemas.microsoft.com/office/drawing/2014/main" id="{4171F81A-1710-459E-8C7F-B58BF36C12EE}"/>
              </a:ext>
            </a:extLst>
          </p:cNvPr>
          <p:cNvSpPr>
            <a:spLocks xmlns:a="http://schemas.openxmlformats.org/drawingml/2006/main" noGrp="1"/>
          </p:cNvSpPr>
          <p:nvPr/>
        </p:nvSpPr>
        <p:spPr>
          <a:xfrm xmlns:a="http://schemas.openxmlformats.org/drawingml/2006/main">
            <a:off x="1457325" y="32194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Agent workflow</a:t>
            </a:r>
          </a:p>
        </p:txBody>
      </p:sp>
      <p:sp>
        <p:nvSpPr>
          <p:cNvPr id="18" name="table-tech-2">
            <a:extLst xmlns:a="http://schemas.openxmlformats.org/drawingml/2006/main">
              <a:ext uri="{FF2B5EF4-FFF2-40B4-BE49-F238E27FC236}">
                <a16:creationId xmlns:a16="http://schemas.microsoft.com/office/drawing/2014/main" id="{B52E20CA-10AF-48D3-A584-506C2BEBC8C1}"/>
              </a:ext>
            </a:extLst>
          </p:cNvPr>
          <p:cNvSpPr>
            <a:spLocks xmlns:a="http://schemas.openxmlformats.org/drawingml/2006/main" noGrp="1"/>
          </p:cNvSpPr>
          <p:nvPr/>
        </p:nvSpPr>
        <p:spPr>
          <a:xfrm xmlns:a="http://schemas.openxmlformats.org/drawingml/2006/main">
            <a:off x="4695825" y="321945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LangGraph StateGraph</a:t>
            </a:r>
          </a:p>
        </p:txBody>
      </p:sp>
      <p:sp>
        <p:nvSpPr>
          <p:cNvPr id="19" name="table-row-3">
            <a:extLst xmlns:a="http://schemas.openxmlformats.org/drawingml/2006/main">
              <a:ext uri="{FF2B5EF4-FFF2-40B4-BE49-F238E27FC236}">
                <a16:creationId xmlns:a16="http://schemas.microsoft.com/office/drawing/2014/main" id="{50832055-D27A-4786-9395-9F53637076BC}"/>
              </a:ext>
            </a:extLst>
          </p:cNvPr>
          <p:cNvSpPr>
            <a:spLocks xmlns:a="http://schemas.openxmlformats.org/drawingml/2006/main" noGrp="1"/>
          </p:cNvSpPr>
          <p:nvPr/>
        </p:nvSpPr>
        <p:spPr>
          <a:xfrm xmlns:a="http://schemas.openxmlformats.org/drawingml/2006/main">
            <a:off x="1266825" y="3638550"/>
            <a:ext cx="9639300" cy="514350"/>
          </a:xfrm>
          <a:prstGeom xmlns:a="http://schemas.openxmlformats.org/drawingml/2006/main" prst="rect">
            <a:avLst/>
          </a:prstGeom>
          <a:solidFill xmlns:a="http://schemas.openxmlformats.org/drawingml/2006/main">
            <a:srgbClr val="EFF6FF"/>
          </a:solidFill>
          <a:ln xmlns:a="http://schemas.openxmlformats.org/drawingml/2006/main" w="6668">
            <a:solidFill>
              <a:srgbClr val="C9D9EC"/>
            </a:solidFill>
            <a:prstDash val="solid"/>
          </a:ln>
        </p:spPr>
      </p:sp>
      <p:sp>
        <p:nvSpPr>
          <p:cNvPr id="20" name="table-area-3">
            <a:extLst xmlns:a="http://schemas.openxmlformats.org/drawingml/2006/main">
              <a:ext uri="{FF2B5EF4-FFF2-40B4-BE49-F238E27FC236}">
                <a16:creationId xmlns:a16="http://schemas.microsoft.com/office/drawing/2014/main" id="{714F7BB9-2DD7-4F17-9A5B-4AFE592363F9}"/>
              </a:ext>
            </a:extLst>
          </p:cNvPr>
          <p:cNvSpPr>
            <a:spLocks xmlns:a="http://schemas.openxmlformats.org/drawingml/2006/main" noGrp="1"/>
          </p:cNvSpPr>
          <p:nvPr/>
        </p:nvSpPr>
        <p:spPr>
          <a:xfrm xmlns:a="http://schemas.openxmlformats.org/drawingml/2006/main">
            <a:off x="1457325" y="377190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LLM integration</a:t>
            </a:r>
          </a:p>
        </p:txBody>
      </p:sp>
      <p:sp>
        <p:nvSpPr>
          <p:cNvPr id="21" name="table-tech-3">
            <a:extLst xmlns:a="http://schemas.openxmlformats.org/drawingml/2006/main">
              <a:ext uri="{FF2B5EF4-FFF2-40B4-BE49-F238E27FC236}">
                <a16:creationId xmlns:a16="http://schemas.microsoft.com/office/drawing/2014/main" id="{349FFB15-2E11-4A49-B72C-EB6F08A4B885}"/>
              </a:ext>
            </a:extLst>
          </p:cNvPr>
          <p:cNvSpPr>
            <a:spLocks xmlns:a="http://schemas.openxmlformats.org/drawingml/2006/main" noGrp="1"/>
          </p:cNvSpPr>
          <p:nvPr/>
        </p:nvSpPr>
        <p:spPr>
          <a:xfrm xmlns:a="http://schemas.openxmlformats.org/drawingml/2006/main">
            <a:off x="4695825" y="377190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LangChain · OpenRouter (default)</a:t>
            </a:r>
          </a:p>
        </p:txBody>
      </p:sp>
      <p:sp>
        <p:nvSpPr>
          <p:cNvPr id="22" name="table-row-4">
            <a:extLst xmlns:a="http://schemas.openxmlformats.org/drawingml/2006/main">
              <a:ext uri="{FF2B5EF4-FFF2-40B4-BE49-F238E27FC236}">
                <a16:creationId xmlns:a16="http://schemas.microsoft.com/office/drawing/2014/main" id="{BA013FDC-9250-4A65-A9AD-85C8E3B14ECB}"/>
              </a:ext>
            </a:extLst>
          </p:cNvPr>
          <p:cNvSpPr>
            <a:spLocks xmlns:a="http://schemas.openxmlformats.org/drawingml/2006/main" noGrp="1"/>
          </p:cNvSpPr>
          <p:nvPr/>
        </p:nvSpPr>
        <p:spPr>
          <a:xfrm xmlns:a="http://schemas.openxmlformats.org/drawingml/2006/main">
            <a:off x="1266825" y="4191000"/>
            <a:ext cx="9639300" cy="514350"/>
          </a:xfrm>
          <a:prstGeom xmlns:a="http://schemas.openxmlformats.org/drawingml/2006/main" prst="rect">
            <a:avLst/>
          </a:prstGeom>
          <a:solidFill xmlns:a="http://schemas.openxmlformats.org/drawingml/2006/main">
            <a:srgbClr val="FFFFFF"/>
          </a:solidFill>
          <a:ln xmlns:a="http://schemas.openxmlformats.org/drawingml/2006/main" w="6668">
            <a:solidFill>
              <a:srgbClr val="C9D9EC"/>
            </a:solidFill>
            <a:prstDash val="solid"/>
          </a:ln>
        </p:spPr>
      </p:sp>
      <p:sp>
        <p:nvSpPr>
          <p:cNvPr id="23" name="table-area-4">
            <a:extLst xmlns:a="http://schemas.openxmlformats.org/drawingml/2006/main">
              <a:ext uri="{FF2B5EF4-FFF2-40B4-BE49-F238E27FC236}">
                <a16:creationId xmlns:a16="http://schemas.microsoft.com/office/drawing/2014/main" id="{D6589453-A1A0-4D85-BBE9-3B357092A8D9}"/>
              </a:ext>
            </a:extLst>
          </p:cNvPr>
          <p:cNvSpPr>
            <a:spLocks xmlns:a="http://schemas.openxmlformats.org/drawingml/2006/main" noGrp="1"/>
          </p:cNvSpPr>
          <p:nvPr/>
        </p:nvSpPr>
        <p:spPr>
          <a:xfrm xmlns:a="http://schemas.openxmlformats.org/drawingml/2006/main">
            <a:off x="1457325" y="43243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Database</a:t>
            </a:r>
          </a:p>
        </p:txBody>
      </p:sp>
      <p:sp>
        <p:nvSpPr>
          <p:cNvPr id="24" name="table-tech-4">
            <a:extLst xmlns:a="http://schemas.openxmlformats.org/drawingml/2006/main">
              <a:ext uri="{FF2B5EF4-FFF2-40B4-BE49-F238E27FC236}">
                <a16:creationId xmlns:a16="http://schemas.microsoft.com/office/drawing/2014/main" id="{738E5F99-D8C8-4287-8B21-B8CF0778D341}"/>
              </a:ext>
            </a:extLst>
          </p:cNvPr>
          <p:cNvSpPr>
            <a:spLocks xmlns:a="http://schemas.openxmlformats.org/drawingml/2006/main" noGrp="1"/>
          </p:cNvSpPr>
          <p:nvPr/>
        </p:nvSpPr>
        <p:spPr>
          <a:xfrm xmlns:a="http://schemas.openxmlformats.org/drawingml/2006/main">
            <a:off x="4695825" y="432435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SQLite</a:t>
            </a:r>
          </a:p>
        </p:txBody>
      </p:sp>
      <p:sp>
        <p:nvSpPr>
          <p:cNvPr id="25" name="table-row-5">
            <a:extLst xmlns:a="http://schemas.openxmlformats.org/drawingml/2006/main">
              <a:ext uri="{FF2B5EF4-FFF2-40B4-BE49-F238E27FC236}">
                <a16:creationId xmlns:a16="http://schemas.microsoft.com/office/drawing/2014/main" id="{B5452357-FE3F-4CF5-82D1-D8B0C2BFE6E1}"/>
              </a:ext>
            </a:extLst>
          </p:cNvPr>
          <p:cNvSpPr>
            <a:spLocks xmlns:a="http://schemas.openxmlformats.org/drawingml/2006/main" noGrp="1"/>
          </p:cNvSpPr>
          <p:nvPr/>
        </p:nvSpPr>
        <p:spPr>
          <a:xfrm xmlns:a="http://schemas.openxmlformats.org/drawingml/2006/main">
            <a:off x="1266825" y="4743450"/>
            <a:ext cx="9639300" cy="514350"/>
          </a:xfrm>
          <a:prstGeom xmlns:a="http://schemas.openxmlformats.org/drawingml/2006/main" prst="rect">
            <a:avLst/>
          </a:prstGeom>
          <a:solidFill xmlns:a="http://schemas.openxmlformats.org/drawingml/2006/main">
            <a:srgbClr val="EFF6FF"/>
          </a:solidFill>
          <a:ln xmlns:a="http://schemas.openxmlformats.org/drawingml/2006/main" w="6668">
            <a:solidFill>
              <a:srgbClr val="C9D9EC"/>
            </a:solidFill>
            <a:prstDash val="solid"/>
          </a:ln>
        </p:spPr>
      </p:sp>
      <p:sp>
        <p:nvSpPr>
          <p:cNvPr id="26" name="table-area-5">
            <a:extLst xmlns:a="http://schemas.openxmlformats.org/drawingml/2006/main">
              <a:ext uri="{FF2B5EF4-FFF2-40B4-BE49-F238E27FC236}">
                <a16:creationId xmlns:a16="http://schemas.microsoft.com/office/drawing/2014/main" id="{F975B157-1FFB-4458-B553-81B9D669BA79}"/>
              </a:ext>
            </a:extLst>
          </p:cNvPr>
          <p:cNvSpPr>
            <a:spLocks xmlns:a="http://schemas.openxmlformats.org/drawingml/2006/main" noGrp="1"/>
          </p:cNvSpPr>
          <p:nvPr/>
        </p:nvSpPr>
        <p:spPr>
          <a:xfrm xmlns:a="http://schemas.openxmlformats.org/drawingml/2006/main">
            <a:off x="1457325" y="487680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Catalog</a:t>
            </a:r>
          </a:p>
        </p:txBody>
      </p:sp>
      <p:sp>
        <p:nvSpPr>
          <p:cNvPr id="27" name="table-tech-5">
            <a:extLst xmlns:a="http://schemas.openxmlformats.org/drawingml/2006/main">
              <a:ext uri="{FF2B5EF4-FFF2-40B4-BE49-F238E27FC236}">
                <a16:creationId xmlns:a16="http://schemas.microsoft.com/office/drawing/2014/main" id="{07BD8290-E0C3-4965-8507-7ACBE43C3805}"/>
              </a:ext>
            </a:extLst>
          </p:cNvPr>
          <p:cNvSpPr>
            <a:spLocks xmlns:a="http://schemas.openxmlformats.org/drawingml/2006/main" noGrp="1"/>
          </p:cNvSpPr>
          <p:nvPr/>
        </p:nvSpPr>
        <p:spPr>
          <a:xfrm xmlns:a="http://schemas.openxmlformats.org/drawingml/2006/main">
            <a:off x="4695825" y="487680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CSV · flexible optional columns</a:t>
            </a:r>
          </a:p>
        </p:txBody>
      </p:sp>
      <p:sp>
        <p:nvSpPr>
          <p:cNvPr id="28" name="table-row-6">
            <a:extLst xmlns:a="http://schemas.openxmlformats.org/drawingml/2006/main">
              <a:ext uri="{FF2B5EF4-FFF2-40B4-BE49-F238E27FC236}">
                <a16:creationId xmlns:a16="http://schemas.microsoft.com/office/drawing/2014/main" id="{CC3E5722-9059-4C30-A12B-B64B8A8B247E}"/>
              </a:ext>
            </a:extLst>
          </p:cNvPr>
          <p:cNvSpPr>
            <a:spLocks xmlns:a="http://schemas.openxmlformats.org/drawingml/2006/main" noGrp="1"/>
          </p:cNvSpPr>
          <p:nvPr/>
        </p:nvSpPr>
        <p:spPr>
          <a:xfrm xmlns:a="http://schemas.openxmlformats.org/drawingml/2006/main">
            <a:off x="1266825" y="5295900"/>
            <a:ext cx="9639300" cy="514350"/>
          </a:xfrm>
          <a:prstGeom xmlns:a="http://schemas.openxmlformats.org/drawingml/2006/main" prst="rect">
            <a:avLst/>
          </a:prstGeom>
          <a:solidFill xmlns:a="http://schemas.openxmlformats.org/drawingml/2006/main">
            <a:srgbClr val="FFFFFF"/>
          </a:solidFill>
          <a:ln xmlns:a="http://schemas.openxmlformats.org/drawingml/2006/main" w="6668">
            <a:solidFill>
              <a:srgbClr val="C9D9EC"/>
            </a:solidFill>
            <a:prstDash val="solid"/>
          </a:ln>
        </p:spPr>
      </p:sp>
      <p:sp>
        <p:nvSpPr>
          <p:cNvPr id="29" name="table-area-6">
            <a:extLst xmlns:a="http://schemas.openxmlformats.org/drawingml/2006/main">
              <a:ext uri="{FF2B5EF4-FFF2-40B4-BE49-F238E27FC236}">
                <a16:creationId xmlns:a16="http://schemas.microsoft.com/office/drawing/2014/main" id="{A1A6A1BD-25AB-440E-9365-1F91EFC2C6A6}"/>
              </a:ext>
            </a:extLst>
          </p:cNvPr>
          <p:cNvSpPr>
            <a:spLocks xmlns:a="http://schemas.openxmlformats.org/drawingml/2006/main" noGrp="1"/>
          </p:cNvSpPr>
          <p:nvPr/>
        </p:nvSpPr>
        <p:spPr>
          <a:xfrm xmlns:a="http://schemas.openxmlformats.org/drawingml/2006/main">
            <a:off x="1457325" y="54292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B1730"/>
                </a:solidFill>
                <a:latin typeface="Arial"/>
                <a:ea typeface="Arial"/>
                <a:cs typeface="Arial"/>
              </a:defRPr>
            </a:defPPr>
            <a:lvl1pPr algn="l">
              <a:defRPr sz="1200" b="1">
                <a:solidFill>
                  <a:srgbClr val="0B1730"/>
                </a:solidFill>
                <a:latin typeface="Arial"/>
                <a:ea typeface="Arial"/>
                <a:cs typeface="Arial"/>
              </a:defRPr>
            </a:lvl1pPr>
            <a:lvl2pPr algn="l">
              <a:defRPr sz="1200" b="1">
                <a:solidFill>
                  <a:srgbClr val="0B1730"/>
                </a:solidFill>
                <a:latin typeface="Arial"/>
                <a:ea typeface="Arial"/>
                <a:cs typeface="Arial"/>
              </a:defRPr>
            </a:lvl2pPr>
            <a:lvl3pPr algn="l">
              <a:defRPr sz="1200" b="1">
                <a:solidFill>
                  <a:srgbClr val="0B1730"/>
                </a:solidFill>
                <a:latin typeface="Arial"/>
                <a:ea typeface="Arial"/>
                <a:cs typeface="Arial"/>
              </a:defRPr>
            </a:lvl3pPr>
            <a:lvl4pPr algn="l">
              <a:defRPr sz="1200" b="1">
                <a:solidFill>
                  <a:srgbClr val="0B1730"/>
                </a:solidFill>
                <a:latin typeface="Arial"/>
                <a:ea typeface="Arial"/>
                <a:cs typeface="Arial"/>
              </a:defRPr>
            </a:lvl4pPr>
            <a:lvl5pPr algn="l">
              <a:defRPr sz="1200" b="1">
                <a:solidFill>
                  <a:srgbClr val="0B1730"/>
                </a:solidFill>
                <a:latin typeface="Arial"/>
                <a:ea typeface="Arial"/>
                <a:cs typeface="Arial"/>
              </a:defRPr>
            </a:lvl5pPr>
            <a:lvl6pPr algn="l">
              <a:defRPr sz="1200" b="1">
                <a:solidFill>
                  <a:srgbClr val="0B1730"/>
                </a:solidFill>
                <a:latin typeface="Arial"/>
                <a:ea typeface="Arial"/>
                <a:cs typeface="Arial"/>
              </a:defRPr>
            </a:lvl6pPr>
            <a:lvl7pPr algn="l">
              <a:defRPr sz="1200" b="1">
                <a:solidFill>
                  <a:srgbClr val="0B1730"/>
                </a:solidFill>
                <a:latin typeface="Arial"/>
                <a:ea typeface="Arial"/>
                <a:cs typeface="Arial"/>
              </a:defRPr>
            </a:lvl7pPr>
            <a:lvl8pPr algn="l">
              <a:defRPr sz="1200" b="1">
                <a:solidFill>
                  <a:srgbClr val="0B1730"/>
                </a:solidFill>
                <a:latin typeface="Arial"/>
                <a:ea typeface="Arial"/>
                <a:cs typeface="Arial"/>
              </a:defRPr>
            </a:lvl8pPr>
            <a:lvl9pPr algn="l">
              <a:defRPr sz="1200" b="1">
                <a:solidFill>
                  <a:srgbClr val="0B1730"/>
                </a:solidFill>
                <a:latin typeface="Arial"/>
                <a:ea typeface="Arial"/>
                <a:cs typeface="Arial"/>
              </a:defRPr>
            </a:lvl9pPr>
          </a:lstStyle>
          <a:p xmlns:a="http://schemas.openxmlformats.org/drawingml/2006/main">
            <a:pPr algn="l">
              <a:defRPr sz="1200" b="1">
                <a:solidFill>
                  <a:srgbClr val="0B1730"/>
                </a:solidFill>
                <a:latin typeface="Arial"/>
                <a:ea typeface="Arial"/>
                <a:cs typeface="Arial"/>
              </a:defRPr>
            </a:pPr>
            <a:r>
              <a:rPr sz="1200" b="1">
                <a:solidFill>
                  <a:srgbClr val="0B1730"/>
                </a:solidFill>
                <a:latin typeface="Arial"/>
                <a:ea typeface="Arial"/>
                <a:cs typeface="Arial"/>
              </a:rPr>
              <a:t>Testing &amp; quality</a:t>
            </a:r>
          </a:p>
        </p:txBody>
      </p:sp>
      <p:sp>
        <p:nvSpPr>
          <p:cNvPr id="30" name="table-tech-6">
            <a:extLst xmlns:a="http://schemas.openxmlformats.org/drawingml/2006/main">
              <a:ext uri="{FF2B5EF4-FFF2-40B4-BE49-F238E27FC236}">
                <a16:creationId xmlns:a16="http://schemas.microsoft.com/office/drawing/2014/main" id="{D5C05FA8-B39C-47B3-A2CB-641F664A2DBC}"/>
              </a:ext>
            </a:extLst>
          </p:cNvPr>
          <p:cNvSpPr>
            <a:spLocks xmlns:a="http://schemas.openxmlformats.org/drawingml/2006/main" noGrp="1"/>
          </p:cNvSpPr>
          <p:nvPr/>
        </p:nvSpPr>
        <p:spPr>
          <a:xfrm xmlns:a="http://schemas.openxmlformats.org/drawingml/2006/main">
            <a:off x="4695825" y="5429250"/>
            <a:ext cx="60674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E"/>
                </a:solidFill>
                <a:latin typeface="Arial"/>
                <a:ea typeface="Arial"/>
                <a:cs typeface="Arial"/>
              </a:defRPr>
            </a:defPPr>
            <a:lvl1pPr algn="l">
              <a:defRPr sz="1200" b="0">
                <a:solidFill>
                  <a:srgbClr val="52647E"/>
                </a:solidFill>
                <a:latin typeface="Arial"/>
                <a:ea typeface="Arial"/>
                <a:cs typeface="Arial"/>
              </a:defRPr>
            </a:lvl1pPr>
            <a:lvl2pPr algn="l">
              <a:defRPr sz="1200" b="0">
                <a:solidFill>
                  <a:srgbClr val="52647E"/>
                </a:solidFill>
                <a:latin typeface="Arial"/>
                <a:ea typeface="Arial"/>
                <a:cs typeface="Arial"/>
              </a:defRPr>
            </a:lvl2pPr>
            <a:lvl3pPr algn="l">
              <a:defRPr sz="1200" b="0">
                <a:solidFill>
                  <a:srgbClr val="52647E"/>
                </a:solidFill>
                <a:latin typeface="Arial"/>
                <a:ea typeface="Arial"/>
                <a:cs typeface="Arial"/>
              </a:defRPr>
            </a:lvl3pPr>
            <a:lvl4pPr algn="l">
              <a:defRPr sz="1200" b="0">
                <a:solidFill>
                  <a:srgbClr val="52647E"/>
                </a:solidFill>
                <a:latin typeface="Arial"/>
                <a:ea typeface="Arial"/>
                <a:cs typeface="Arial"/>
              </a:defRPr>
            </a:lvl4pPr>
            <a:lvl5pPr algn="l">
              <a:defRPr sz="1200" b="0">
                <a:solidFill>
                  <a:srgbClr val="52647E"/>
                </a:solidFill>
                <a:latin typeface="Arial"/>
                <a:ea typeface="Arial"/>
                <a:cs typeface="Arial"/>
              </a:defRPr>
            </a:lvl5pPr>
            <a:lvl6pPr algn="l">
              <a:defRPr sz="1200" b="0">
                <a:solidFill>
                  <a:srgbClr val="52647E"/>
                </a:solidFill>
                <a:latin typeface="Arial"/>
                <a:ea typeface="Arial"/>
                <a:cs typeface="Arial"/>
              </a:defRPr>
            </a:lvl6pPr>
            <a:lvl7pPr algn="l">
              <a:defRPr sz="1200" b="0">
                <a:solidFill>
                  <a:srgbClr val="52647E"/>
                </a:solidFill>
                <a:latin typeface="Arial"/>
                <a:ea typeface="Arial"/>
                <a:cs typeface="Arial"/>
              </a:defRPr>
            </a:lvl7pPr>
            <a:lvl8pPr algn="l">
              <a:defRPr sz="1200" b="0">
                <a:solidFill>
                  <a:srgbClr val="52647E"/>
                </a:solidFill>
                <a:latin typeface="Arial"/>
                <a:ea typeface="Arial"/>
                <a:cs typeface="Arial"/>
              </a:defRPr>
            </a:lvl8pPr>
            <a:lvl9pPr algn="l">
              <a:defRPr sz="1200" b="0">
                <a:solidFill>
                  <a:srgbClr val="52647E"/>
                </a:solidFill>
                <a:latin typeface="Arial"/>
                <a:ea typeface="Arial"/>
                <a:cs typeface="Arial"/>
              </a:defRPr>
            </a:lvl9pPr>
          </a:lstStyle>
          <a:p xmlns:a="http://schemas.openxmlformats.org/drawingml/2006/main">
            <a:pPr algn="l">
              <a:defRPr sz="1200" b="0">
                <a:solidFill>
                  <a:srgbClr val="52647E"/>
                </a:solidFill>
                <a:latin typeface="Arial"/>
                <a:ea typeface="Arial"/>
                <a:cs typeface="Arial"/>
              </a:defRPr>
            </a:pPr>
            <a:r>
              <a:rPr sz="1200" b="0">
                <a:solidFill>
                  <a:srgbClr val="52647E"/>
                </a:solidFill>
                <a:latin typeface="Arial"/>
                <a:ea typeface="Arial"/>
                <a:cs typeface="Arial"/>
              </a:rPr>
              <a:t>Pytest · Ruff · Pyright tooling</a:t>
            </a:r>
          </a:p>
        </p:txBody>
      </p:sp>
      <p:sp>
        <p:nvSpPr>
          <p:cNvPr id="31" name="stack-footnote">
            <a:extLst xmlns:a="http://schemas.openxmlformats.org/drawingml/2006/main">
              <a:ext uri="{FF2B5EF4-FFF2-40B4-BE49-F238E27FC236}">
                <a16:creationId xmlns:a16="http://schemas.microsoft.com/office/drawing/2014/main" id="{063E3925-8E69-4D8D-9A7C-743F8A34A734}"/>
              </a:ext>
            </a:extLst>
          </p:cNvPr>
          <p:cNvSpPr>
            <a:spLocks xmlns:a="http://schemas.openxmlformats.org/drawingml/2006/main" noGrp="1"/>
          </p:cNvSpPr>
          <p:nvPr/>
        </p:nvSpPr>
        <p:spPr>
          <a:xfrm xmlns:a="http://schemas.openxmlformats.org/drawingml/2006/main">
            <a:off x="1266825" y="5953125"/>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2647E"/>
                </a:solidFill>
                <a:latin typeface="Arial"/>
                <a:ea typeface="Arial"/>
                <a:cs typeface="Arial"/>
              </a:defRPr>
            </a:defPPr>
            <a:lvl1pPr algn="l">
              <a:defRPr sz="975" b="0">
                <a:solidFill>
                  <a:srgbClr val="52647E"/>
                </a:solidFill>
                <a:latin typeface="Arial"/>
                <a:ea typeface="Arial"/>
                <a:cs typeface="Arial"/>
              </a:defRPr>
            </a:lvl1pPr>
            <a:lvl2pPr algn="l">
              <a:defRPr sz="975" b="0">
                <a:solidFill>
                  <a:srgbClr val="52647E"/>
                </a:solidFill>
                <a:latin typeface="Arial"/>
                <a:ea typeface="Arial"/>
                <a:cs typeface="Arial"/>
              </a:defRPr>
            </a:lvl2pPr>
            <a:lvl3pPr algn="l">
              <a:defRPr sz="975" b="0">
                <a:solidFill>
                  <a:srgbClr val="52647E"/>
                </a:solidFill>
                <a:latin typeface="Arial"/>
                <a:ea typeface="Arial"/>
                <a:cs typeface="Arial"/>
              </a:defRPr>
            </a:lvl3pPr>
            <a:lvl4pPr algn="l">
              <a:defRPr sz="975" b="0">
                <a:solidFill>
                  <a:srgbClr val="52647E"/>
                </a:solidFill>
                <a:latin typeface="Arial"/>
                <a:ea typeface="Arial"/>
                <a:cs typeface="Arial"/>
              </a:defRPr>
            </a:lvl4pPr>
            <a:lvl5pPr algn="l">
              <a:defRPr sz="975" b="0">
                <a:solidFill>
                  <a:srgbClr val="52647E"/>
                </a:solidFill>
                <a:latin typeface="Arial"/>
                <a:ea typeface="Arial"/>
                <a:cs typeface="Arial"/>
              </a:defRPr>
            </a:lvl5pPr>
            <a:lvl6pPr algn="l">
              <a:defRPr sz="975" b="0">
                <a:solidFill>
                  <a:srgbClr val="52647E"/>
                </a:solidFill>
                <a:latin typeface="Arial"/>
                <a:ea typeface="Arial"/>
                <a:cs typeface="Arial"/>
              </a:defRPr>
            </a:lvl6pPr>
            <a:lvl7pPr algn="l">
              <a:defRPr sz="975" b="0">
                <a:solidFill>
                  <a:srgbClr val="52647E"/>
                </a:solidFill>
                <a:latin typeface="Arial"/>
                <a:ea typeface="Arial"/>
                <a:cs typeface="Arial"/>
              </a:defRPr>
            </a:lvl7pPr>
            <a:lvl8pPr algn="l">
              <a:defRPr sz="975" b="0">
                <a:solidFill>
                  <a:srgbClr val="52647E"/>
                </a:solidFill>
                <a:latin typeface="Arial"/>
                <a:ea typeface="Arial"/>
                <a:cs typeface="Arial"/>
              </a:defRPr>
            </a:lvl8pPr>
            <a:lvl9pPr algn="l">
              <a:defRPr sz="975" b="0">
                <a:solidFill>
                  <a:srgbClr val="52647E"/>
                </a:solidFill>
                <a:latin typeface="Arial"/>
                <a:ea typeface="Arial"/>
                <a:cs typeface="Arial"/>
              </a:defRPr>
            </a:lvl9pPr>
          </a:lstStyle>
          <a:p xmlns:a="http://schemas.openxmlformats.org/drawingml/2006/main">
            <a:pPr algn="l">
              <a:defRPr sz="975" b="0">
                <a:solidFill>
                  <a:srgbClr val="52647E"/>
                </a:solidFill>
                <a:latin typeface="Arial"/>
                <a:ea typeface="Arial"/>
                <a:cs typeface="Arial"/>
              </a:defRPr>
            </a:pPr>
            <a:r>
              <a:rPr sz="975" b="0">
                <a:solidFill>
                  <a:srgbClr val="52647E"/>
                </a:solidFill>
                <a:latin typeface="Arial"/>
                <a:ea typeface="Arial"/>
                <a:cs typeface="Arial"/>
              </a:rPr>
              <a:t>OpenRouter is the configured default; provider credentials and model selection come from .env.</a:t>
            </a:r>
          </a:p>
        </p:txBody>
      </p:sp>
    </p:spTree>
    <p:extLst>
      <p:ext uri="{BB962C8B-B14F-4D97-AF65-F5344CB8AC3E}">
        <p14:creationId xmlns:p14="http://schemas.microsoft.com/office/powerpoint/2010/main" val="1199487828"/>
      </p:ext>
    </p:extLst>
  </p:cSld>
</p:sld>
</file>

<file path=ppt/slides/slide7.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41" name="top-accent">
            <a:extLst xmlns:a="http://schemas.openxmlformats.org/drawingml/2006/main">
              <a:ext uri="{FF2B5EF4-FFF2-40B4-BE49-F238E27FC236}">
                <a16:creationId xmlns:a16="http://schemas.microsoft.com/office/drawing/2014/main" id="{DEC284FE-9814-477A-B313-87B6E4B7850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10EAC78-CB78-439F-A5C4-61FC3601F2A7}"/>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DEMONSTRATION</a:t>
            </a:r>
          </a:p>
        </p:txBody>
      </p:sp>
      <p:sp>
        <p:nvSpPr>
          <p:cNvPr id="3" name="slide-title">
            <a:extLst xmlns:a="http://schemas.openxmlformats.org/drawingml/2006/main">
              <a:ext uri="{FF2B5EF4-FFF2-40B4-BE49-F238E27FC236}">
                <a16:creationId xmlns:a16="http://schemas.microsoft.com/office/drawing/2014/main" id="{88DB7637-4A9E-4002-8C3C-4358A803DAA7}"/>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End-to-end demo workflow</a:t>
            </a:r>
          </a:p>
        </p:txBody>
      </p:sp>
      <p:sp>
        <p:nvSpPr>
          <p:cNvPr id="4" name="footer-line">
            <a:extLst xmlns:a="http://schemas.openxmlformats.org/drawingml/2006/main">
              <a:ext uri="{FF2B5EF4-FFF2-40B4-BE49-F238E27FC236}">
                <a16:creationId xmlns:a16="http://schemas.microsoft.com/office/drawing/2014/main" id="{1B7DCB76-EBD8-4198-96D8-231A6505A133}"/>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0F273DE1-CF3B-4F74-B4DD-68CECFD8C92C}"/>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BAE3CF31-2465-4F6E-934D-B9675395F723}"/>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07</a:t>
            </a:r>
          </a:p>
        </p:txBody>
      </p:sp>
      <p:sp>
        <p:nvSpPr>
          <p:cNvPr id="7" name="demo-step-0">
            <a:extLst xmlns:a="http://schemas.openxmlformats.org/drawingml/2006/main">
              <a:ext uri="{FF2B5EF4-FFF2-40B4-BE49-F238E27FC236}">
                <a16:creationId xmlns:a16="http://schemas.microsoft.com/office/drawing/2014/main" id="{6D765994-FBD5-4189-85DE-2AECF8471C34}"/>
              </a:ext>
            </a:extLst>
          </p:cNvPr>
          <p:cNvSpPr>
            <a:spLocks xmlns:a="http://schemas.openxmlformats.org/drawingml/2006/main" noGrp="1"/>
          </p:cNvSpPr>
          <p:nvPr/>
        </p:nvSpPr>
        <p:spPr>
          <a:xfrm xmlns:a="http://schemas.openxmlformats.org/drawingml/2006/main">
            <a:off x="552450" y="1857375"/>
            <a:ext cx="20002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C9D9EC"/>
            </a:solidFill>
            <a:prstDash val="solid"/>
          </a:ln>
        </p:spPr>
      </p:sp>
      <p:sp>
        <p:nvSpPr>
          <p:cNvPr id="8" name="demo-number-0">
            <a:extLst xmlns:a="http://schemas.openxmlformats.org/drawingml/2006/main">
              <a:ext uri="{FF2B5EF4-FFF2-40B4-BE49-F238E27FC236}">
                <a16:creationId xmlns:a16="http://schemas.microsoft.com/office/drawing/2014/main" id="{827CA561-3402-4507-A629-8333806990D6}"/>
              </a:ext>
            </a:extLst>
          </p:cNvPr>
          <p:cNvSpPr>
            <a:spLocks xmlns:a="http://schemas.openxmlformats.org/drawingml/2006/main" noGrp="1"/>
          </p:cNvSpPr>
          <p:nvPr/>
        </p:nvSpPr>
        <p:spPr>
          <a:xfrm xmlns:a="http://schemas.openxmlformats.org/drawingml/2006/main">
            <a:off x="723900" y="2019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563EB"/>
                </a:solidFill>
                <a:latin typeface="Arial"/>
                <a:ea typeface="Arial"/>
                <a:cs typeface="Arial"/>
              </a:defRPr>
            </a:defPPr>
            <a:lvl1pPr algn="l">
              <a:defRPr sz="1425" b="1">
                <a:solidFill>
                  <a:srgbClr val="2563EB"/>
                </a:solidFill>
                <a:latin typeface="Arial"/>
                <a:ea typeface="Arial"/>
                <a:cs typeface="Arial"/>
              </a:defRPr>
            </a:lvl1pPr>
            <a:lvl2pPr algn="l">
              <a:defRPr sz="1425" b="1">
                <a:solidFill>
                  <a:srgbClr val="2563EB"/>
                </a:solidFill>
                <a:latin typeface="Arial"/>
                <a:ea typeface="Arial"/>
                <a:cs typeface="Arial"/>
              </a:defRPr>
            </a:lvl2pPr>
            <a:lvl3pPr algn="l">
              <a:defRPr sz="1425" b="1">
                <a:solidFill>
                  <a:srgbClr val="2563EB"/>
                </a:solidFill>
                <a:latin typeface="Arial"/>
                <a:ea typeface="Arial"/>
                <a:cs typeface="Arial"/>
              </a:defRPr>
            </a:lvl3pPr>
            <a:lvl4pPr algn="l">
              <a:defRPr sz="1425" b="1">
                <a:solidFill>
                  <a:srgbClr val="2563EB"/>
                </a:solidFill>
                <a:latin typeface="Arial"/>
                <a:ea typeface="Arial"/>
                <a:cs typeface="Arial"/>
              </a:defRPr>
            </a:lvl4pPr>
            <a:lvl5pPr algn="l">
              <a:defRPr sz="1425" b="1">
                <a:solidFill>
                  <a:srgbClr val="2563EB"/>
                </a:solidFill>
                <a:latin typeface="Arial"/>
                <a:ea typeface="Arial"/>
                <a:cs typeface="Arial"/>
              </a:defRPr>
            </a:lvl5pPr>
            <a:lvl6pPr algn="l">
              <a:defRPr sz="1425" b="1">
                <a:solidFill>
                  <a:srgbClr val="2563EB"/>
                </a:solidFill>
                <a:latin typeface="Arial"/>
                <a:ea typeface="Arial"/>
                <a:cs typeface="Arial"/>
              </a:defRPr>
            </a:lvl6pPr>
            <a:lvl7pPr algn="l">
              <a:defRPr sz="1425" b="1">
                <a:solidFill>
                  <a:srgbClr val="2563EB"/>
                </a:solidFill>
                <a:latin typeface="Arial"/>
                <a:ea typeface="Arial"/>
                <a:cs typeface="Arial"/>
              </a:defRPr>
            </a:lvl7pPr>
            <a:lvl8pPr algn="l">
              <a:defRPr sz="1425" b="1">
                <a:solidFill>
                  <a:srgbClr val="2563EB"/>
                </a:solidFill>
                <a:latin typeface="Arial"/>
                <a:ea typeface="Arial"/>
                <a:cs typeface="Arial"/>
              </a:defRPr>
            </a:lvl8pPr>
            <a:lvl9pPr algn="l">
              <a:defRPr sz="1425" b="1">
                <a:solidFill>
                  <a:srgbClr val="2563EB"/>
                </a:solidFill>
                <a:latin typeface="Arial"/>
                <a:ea typeface="Arial"/>
                <a:cs typeface="Arial"/>
              </a:defRPr>
            </a:lvl9pPr>
          </a:lstStyle>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01</a:t>
            </a:r>
          </a:p>
        </p:txBody>
      </p:sp>
      <p:sp>
        <p:nvSpPr>
          <p:cNvPr id="9" name="demo-node-0">
            <a:extLst xmlns:a="http://schemas.openxmlformats.org/drawingml/2006/main">
              <a:ext uri="{FF2B5EF4-FFF2-40B4-BE49-F238E27FC236}">
                <a16:creationId xmlns:a16="http://schemas.microsoft.com/office/drawing/2014/main" id="{B02867DB-A587-42A2-B201-A6CAAD3474E7}"/>
              </a:ext>
            </a:extLst>
          </p:cNvPr>
          <p:cNvSpPr>
            <a:spLocks xmlns:a="http://schemas.openxmlformats.org/drawingml/2006/main" noGrp="1"/>
          </p:cNvSpPr>
          <p:nvPr/>
        </p:nvSpPr>
        <p:spPr>
          <a:xfrm xmlns:a="http://schemas.openxmlformats.org/drawingml/2006/main">
            <a:off x="714375" y="2447925"/>
            <a:ext cx="1676400" cy="28575"/>
          </a:xfrm>
          <a:prstGeom xmlns:a="http://schemas.openxmlformats.org/drawingml/2006/main" prst="rect">
            <a:avLst/>
          </a:prstGeom>
          <a:solidFill xmlns:a="http://schemas.openxmlformats.org/drawingml/2006/main">
            <a:srgbClr val="55B8FF"/>
          </a:solidFill>
          <a:ln xmlns:a="http://schemas.openxmlformats.org/drawingml/2006/main" w="0">
            <a:noFill/>
            <a:prstDash val="solid"/>
          </a:ln>
        </p:spPr>
      </p:sp>
      <p:sp>
        <p:nvSpPr>
          <p:cNvPr id="10" name="demo-title-0">
            <a:extLst xmlns:a="http://schemas.openxmlformats.org/drawingml/2006/main">
              <a:ext uri="{FF2B5EF4-FFF2-40B4-BE49-F238E27FC236}">
                <a16:creationId xmlns:a16="http://schemas.microsoft.com/office/drawing/2014/main" id="{99C5B5E2-07EB-4D7B-BD3F-B785D9DFD164}"/>
              </a:ext>
            </a:extLst>
          </p:cNvPr>
          <p:cNvSpPr>
            <a:spLocks xmlns:a="http://schemas.openxmlformats.org/drawingml/2006/main" noGrp="1"/>
          </p:cNvSpPr>
          <p:nvPr/>
        </p:nvSpPr>
        <p:spPr>
          <a:xfrm xmlns:a="http://schemas.openxmlformats.org/drawingml/2006/main">
            <a:off x="714375" y="2609850"/>
            <a:ext cx="167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Choose folder</a:t>
            </a:r>
          </a:p>
        </p:txBody>
      </p:sp>
      <p:sp>
        <p:nvSpPr>
          <p:cNvPr id="11" name="demo-copy-0">
            <a:extLst xmlns:a="http://schemas.openxmlformats.org/drawingml/2006/main">
              <a:ext uri="{FF2B5EF4-FFF2-40B4-BE49-F238E27FC236}">
                <a16:creationId xmlns:a16="http://schemas.microsoft.com/office/drawing/2014/main" id="{4341AF9F-AACD-4054-8882-3FA36EAADFD3}"/>
              </a:ext>
            </a:extLst>
          </p:cNvPr>
          <p:cNvSpPr>
            <a:spLocks xmlns:a="http://schemas.openxmlformats.org/drawingml/2006/main" noGrp="1"/>
          </p:cNvSpPr>
          <p:nvPr/>
        </p:nvSpPr>
        <p:spPr>
          <a:xfrm xmlns:a="http://schemas.openxmlformats.org/drawingml/2006/main">
            <a:off x="714375" y="29908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47E"/>
                </a:solidFill>
                <a:latin typeface="Arial"/>
                <a:ea typeface="Arial"/>
                <a:cs typeface="Arial"/>
              </a:defRPr>
            </a:defPPr>
            <a:lvl1pPr algn="l">
              <a:defRPr sz="1050" b="0">
                <a:solidFill>
                  <a:srgbClr val="52647E"/>
                </a:solidFill>
                <a:latin typeface="Arial"/>
                <a:ea typeface="Arial"/>
                <a:cs typeface="Arial"/>
              </a:defRPr>
            </a:lvl1pPr>
            <a:lvl2pPr algn="l">
              <a:defRPr sz="1050" b="0">
                <a:solidFill>
                  <a:srgbClr val="52647E"/>
                </a:solidFill>
                <a:latin typeface="Arial"/>
                <a:ea typeface="Arial"/>
                <a:cs typeface="Arial"/>
              </a:defRPr>
            </a:lvl2pPr>
            <a:lvl3pPr algn="l">
              <a:defRPr sz="1050" b="0">
                <a:solidFill>
                  <a:srgbClr val="52647E"/>
                </a:solidFill>
                <a:latin typeface="Arial"/>
                <a:ea typeface="Arial"/>
                <a:cs typeface="Arial"/>
              </a:defRPr>
            </a:lvl3pPr>
            <a:lvl4pPr algn="l">
              <a:defRPr sz="1050" b="0">
                <a:solidFill>
                  <a:srgbClr val="52647E"/>
                </a:solidFill>
                <a:latin typeface="Arial"/>
                <a:ea typeface="Arial"/>
                <a:cs typeface="Arial"/>
              </a:defRPr>
            </a:lvl4pPr>
            <a:lvl5pPr algn="l">
              <a:defRPr sz="1050" b="0">
                <a:solidFill>
                  <a:srgbClr val="52647E"/>
                </a:solidFill>
                <a:latin typeface="Arial"/>
                <a:ea typeface="Arial"/>
                <a:cs typeface="Arial"/>
              </a:defRPr>
            </a:lvl5pPr>
            <a:lvl6pPr algn="l">
              <a:defRPr sz="1050" b="0">
                <a:solidFill>
                  <a:srgbClr val="52647E"/>
                </a:solidFill>
                <a:latin typeface="Arial"/>
                <a:ea typeface="Arial"/>
                <a:cs typeface="Arial"/>
              </a:defRPr>
            </a:lvl6pPr>
            <a:lvl7pPr algn="l">
              <a:defRPr sz="1050" b="0">
                <a:solidFill>
                  <a:srgbClr val="52647E"/>
                </a:solidFill>
                <a:latin typeface="Arial"/>
                <a:ea typeface="Arial"/>
                <a:cs typeface="Arial"/>
              </a:defRPr>
            </a:lvl7pPr>
            <a:lvl8pPr algn="l">
              <a:defRPr sz="1050" b="0">
                <a:solidFill>
                  <a:srgbClr val="52647E"/>
                </a:solidFill>
                <a:latin typeface="Arial"/>
                <a:ea typeface="Arial"/>
                <a:cs typeface="Arial"/>
              </a:defRPr>
            </a:lvl8pPr>
            <a:lvl9pPr algn="l">
              <a:defRPr sz="1050" b="0">
                <a:solidFill>
                  <a:srgbClr val="52647E"/>
                </a:solidFill>
                <a:latin typeface="Arial"/>
                <a:ea typeface="Arial"/>
                <a:cs typeface="Arial"/>
              </a:defRPr>
            </a:lvl9pPr>
          </a:lstStyle>
          <a:p xmlns:a="http://schemas.openxmlformats.org/drawingml/2006/main">
            <a:pPr algn="l">
              <a:defRPr sz="1050" b="0">
                <a:solidFill>
                  <a:srgbClr val="52647E"/>
                </a:solidFill>
                <a:latin typeface="Arial"/>
                <a:ea typeface="Arial"/>
                <a:cs typeface="Arial"/>
              </a:defRPr>
            </a:pPr>
            <a:r>
              <a:rPr sz="1050" b="0">
                <a:solidFill>
                  <a:srgbClr val="52647E"/>
                </a:solidFill>
                <a:latin typeface="Arial"/>
                <a:ea typeface="Arial"/>
                <a:cs typeface="Arial"/>
              </a:rPr>
              <a:t>Select one local books folder in the sidebar.</a:t>
            </a:r>
          </a:p>
        </p:txBody>
      </p:sp>
      <p:sp>
        <p:nvSpPr>
          <p:cNvPr id="12" name="flow-arrow">
            <a:extLst xmlns:a="http://schemas.openxmlformats.org/drawingml/2006/main">
              <a:ext uri="{FF2B5EF4-FFF2-40B4-BE49-F238E27FC236}">
                <a16:creationId xmlns:a16="http://schemas.microsoft.com/office/drawing/2014/main" id="{EE2F81B2-E2A2-4682-A16B-8C8553455AF1}"/>
              </a:ext>
            </a:extLst>
          </p:cNvPr>
          <p:cNvSpPr>
            <a:spLocks xmlns:a="http://schemas.openxmlformats.org/drawingml/2006/main" noGrp="1"/>
          </p:cNvSpPr>
          <p:nvPr/>
        </p:nvSpPr>
        <p:spPr>
          <a:xfrm xmlns:a="http://schemas.openxmlformats.org/drawingml/2006/main">
            <a:off x="2571750" y="2724150"/>
            <a:ext cx="247650" cy="171450"/>
          </a:xfrm>
          <a:prstGeom xmlns:a="http://schemas.openxmlformats.org/drawingml/2006/main" prst="rightArrow">
            <a:avLst/>
          </a:prstGeom>
          <a:solidFill xmlns:a="http://schemas.openxmlformats.org/drawingml/2006/main">
            <a:srgbClr val="2563EB"/>
          </a:solidFill>
          <a:ln xmlns:a="http://schemas.openxmlformats.org/drawingml/2006/main" w="0">
            <a:noFill/>
            <a:prstDash val="solid"/>
          </a:ln>
        </p:spPr>
      </p:sp>
      <p:sp>
        <p:nvSpPr>
          <p:cNvPr id="13" name="demo-step-1">
            <a:extLst xmlns:a="http://schemas.openxmlformats.org/drawingml/2006/main">
              <a:ext uri="{FF2B5EF4-FFF2-40B4-BE49-F238E27FC236}">
                <a16:creationId xmlns:a16="http://schemas.microsoft.com/office/drawing/2014/main" id="{A130C902-683A-4218-828A-DD4EA5E146B0}"/>
              </a:ext>
            </a:extLst>
          </p:cNvPr>
          <p:cNvSpPr>
            <a:spLocks xmlns:a="http://schemas.openxmlformats.org/drawingml/2006/main" noGrp="1"/>
          </p:cNvSpPr>
          <p:nvPr/>
        </p:nvSpPr>
        <p:spPr>
          <a:xfrm xmlns:a="http://schemas.openxmlformats.org/drawingml/2006/main">
            <a:off x="2838450" y="1857375"/>
            <a:ext cx="20002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C9D9EC"/>
            </a:solidFill>
            <a:prstDash val="solid"/>
          </a:ln>
        </p:spPr>
      </p:sp>
      <p:sp>
        <p:nvSpPr>
          <p:cNvPr id="14" name="demo-number-1">
            <a:extLst xmlns:a="http://schemas.openxmlformats.org/drawingml/2006/main">
              <a:ext uri="{FF2B5EF4-FFF2-40B4-BE49-F238E27FC236}">
                <a16:creationId xmlns:a16="http://schemas.microsoft.com/office/drawing/2014/main" id="{B34EB4D4-9C79-47BE-BBA7-522870DD8E36}"/>
              </a:ext>
            </a:extLst>
          </p:cNvPr>
          <p:cNvSpPr>
            <a:spLocks xmlns:a="http://schemas.openxmlformats.org/drawingml/2006/main" noGrp="1"/>
          </p:cNvSpPr>
          <p:nvPr/>
        </p:nvSpPr>
        <p:spPr>
          <a:xfrm xmlns:a="http://schemas.openxmlformats.org/drawingml/2006/main">
            <a:off x="3009900" y="2019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563EB"/>
                </a:solidFill>
                <a:latin typeface="Arial"/>
                <a:ea typeface="Arial"/>
                <a:cs typeface="Arial"/>
              </a:defRPr>
            </a:defPPr>
            <a:lvl1pPr algn="l">
              <a:defRPr sz="1425" b="1">
                <a:solidFill>
                  <a:srgbClr val="2563EB"/>
                </a:solidFill>
                <a:latin typeface="Arial"/>
                <a:ea typeface="Arial"/>
                <a:cs typeface="Arial"/>
              </a:defRPr>
            </a:lvl1pPr>
            <a:lvl2pPr algn="l">
              <a:defRPr sz="1425" b="1">
                <a:solidFill>
                  <a:srgbClr val="2563EB"/>
                </a:solidFill>
                <a:latin typeface="Arial"/>
                <a:ea typeface="Arial"/>
                <a:cs typeface="Arial"/>
              </a:defRPr>
            </a:lvl2pPr>
            <a:lvl3pPr algn="l">
              <a:defRPr sz="1425" b="1">
                <a:solidFill>
                  <a:srgbClr val="2563EB"/>
                </a:solidFill>
                <a:latin typeface="Arial"/>
                <a:ea typeface="Arial"/>
                <a:cs typeface="Arial"/>
              </a:defRPr>
            </a:lvl3pPr>
            <a:lvl4pPr algn="l">
              <a:defRPr sz="1425" b="1">
                <a:solidFill>
                  <a:srgbClr val="2563EB"/>
                </a:solidFill>
                <a:latin typeface="Arial"/>
                <a:ea typeface="Arial"/>
                <a:cs typeface="Arial"/>
              </a:defRPr>
            </a:lvl4pPr>
            <a:lvl5pPr algn="l">
              <a:defRPr sz="1425" b="1">
                <a:solidFill>
                  <a:srgbClr val="2563EB"/>
                </a:solidFill>
                <a:latin typeface="Arial"/>
                <a:ea typeface="Arial"/>
                <a:cs typeface="Arial"/>
              </a:defRPr>
            </a:lvl5pPr>
            <a:lvl6pPr algn="l">
              <a:defRPr sz="1425" b="1">
                <a:solidFill>
                  <a:srgbClr val="2563EB"/>
                </a:solidFill>
                <a:latin typeface="Arial"/>
                <a:ea typeface="Arial"/>
                <a:cs typeface="Arial"/>
              </a:defRPr>
            </a:lvl6pPr>
            <a:lvl7pPr algn="l">
              <a:defRPr sz="1425" b="1">
                <a:solidFill>
                  <a:srgbClr val="2563EB"/>
                </a:solidFill>
                <a:latin typeface="Arial"/>
                <a:ea typeface="Arial"/>
                <a:cs typeface="Arial"/>
              </a:defRPr>
            </a:lvl7pPr>
            <a:lvl8pPr algn="l">
              <a:defRPr sz="1425" b="1">
                <a:solidFill>
                  <a:srgbClr val="2563EB"/>
                </a:solidFill>
                <a:latin typeface="Arial"/>
                <a:ea typeface="Arial"/>
                <a:cs typeface="Arial"/>
              </a:defRPr>
            </a:lvl8pPr>
            <a:lvl9pPr algn="l">
              <a:defRPr sz="1425" b="1">
                <a:solidFill>
                  <a:srgbClr val="2563EB"/>
                </a:solidFill>
                <a:latin typeface="Arial"/>
                <a:ea typeface="Arial"/>
                <a:cs typeface="Arial"/>
              </a:defRPr>
            </a:lvl9pPr>
          </a:lstStyle>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02</a:t>
            </a:r>
          </a:p>
        </p:txBody>
      </p:sp>
      <p:sp>
        <p:nvSpPr>
          <p:cNvPr id="15" name="demo-node-1">
            <a:extLst xmlns:a="http://schemas.openxmlformats.org/drawingml/2006/main">
              <a:ext uri="{FF2B5EF4-FFF2-40B4-BE49-F238E27FC236}">
                <a16:creationId xmlns:a16="http://schemas.microsoft.com/office/drawing/2014/main" id="{ACE0C4A7-1E3D-44BF-AEE7-4690A512C8F4}"/>
              </a:ext>
            </a:extLst>
          </p:cNvPr>
          <p:cNvSpPr>
            <a:spLocks xmlns:a="http://schemas.openxmlformats.org/drawingml/2006/main" noGrp="1"/>
          </p:cNvSpPr>
          <p:nvPr/>
        </p:nvSpPr>
        <p:spPr>
          <a:xfrm xmlns:a="http://schemas.openxmlformats.org/drawingml/2006/main">
            <a:off x="3000375" y="2447925"/>
            <a:ext cx="1676400" cy="28575"/>
          </a:xfrm>
          <a:prstGeom xmlns:a="http://schemas.openxmlformats.org/drawingml/2006/main" prst="rect">
            <a:avLst/>
          </a:prstGeom>
          <a:solidFill xmlns:a="http://schemas.openxmlformats.org/drawingml/2006/main">
            <a:srgbClr val="55B8FF"/>
          </a:solidFill>
          <a:ln xmlns:a="http://schemas.openxmlformats.org/drawingml/2006/main" w="0">
            <a:noFill/>
            <a:prstDash val="solid"/>
          </a:ln>
        </p:spPr>
      </p:sp>
      <p:sp>
        <p:nvSpPr>
          <p:cNvPr id="16" name="demo-title-1">
            <a:extLst xmlns:a="http://schemas.openxmlformats.org/drawingml/2006/main">
              <a:ext uri="{FF2B5EF4-FFF2-40B4-BE49-F238E27FC236}">
                <a16:creationId xmlns:a16="http://schemas.microsoft.com/office/drawing/2014/main" id="{47751C10-C44E-461C-8AC9-3320E34310DB}"/>
              </a:ext>
            </a:extLst>
          </p:cNvPr>
          <p:cNvSpPr>
            <a:spLocks xmlns:a="http://schemas.openxmlformats.org/drawingml/2006/main" noGrp="1"/>
          </p:cNvSpPr>
          <p:nvPr/>
        </p:nvSpPr>
        <p:spPr>
          <a:xfrm xmlns:a="http://schemas.openxmlformats.org/drawingml/2006/main">
            <a:off x="3000375" y="2609850"/>
            <a:ext cx="167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Scan files</a:t>
            </a:r>
          </a:p>
        </p:txBody>
      </p:sp>
      <p:sp>
        <p:nvSpPr>
          <p:cNvPr id="17" name="demo-copy-1">
            <a:extLst xmlns:a="http://schemas.openxmlformats.org/drawingml/2006/main">
              <a:ext uri="{FF2B5EF4-FFF2-40B4-BE49-F238E27FC236}">
                <a16:creationId xmlns:a16="http://schemas.microsoft.com/office/drawing/2014/main" id="{F7355467-A8AD-495E-80B2-469928036CB3}"/>
              </a:ext>
            </a:extLst>
          </p:cNvPr>
          <p:cNvSpPr>
            <a:spLocks xmlns:a="http://schemas.openxmlformats.org/drawingml/2006/main" noGrp="1"/>
          </p:cNvSpPr>
          <p:nvPr/>
        </p:nvSpPr>
        <p:spPr>
          <a:xfrm xmlns:a="http://schemas.openxmlformats.org/drawingml/2006/main">
            <a:off x="3000375" y="29908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47E"/>
                </a:solidFill>
                <a:latin typeface="Arial"/>
                <a:ea typeface="Arial"/>
                <a:cs typeface="Arial"/>
              </a:defRPr>
            </a:defPPr>
            <a:lvl1pPr algn="l">
              <a:defRPr sz="1050" b="0">
                <a:solidFill>
                  <a:srgbClr val="52647E"/>
                </a:solidFill>
                <a:latin typeface="Arial"/>
                <a:ea typeface="Arial"/>
                <a:cs typeface="Arial"/>
              </a:defRPr>
            </a:lvl1pPr>
            <a:lvl2pPr algn="l">
              <a:defRPr sz="1050" b="0">
                <a:solidFill>
                  <a:srgbClr val="52647E"/>
                </a:solidFill>
                <a:latin typeface="Arial"/>
                <a:ea typeface="Arial"/>
                <a:cs typeface="Arial"/>
              </a:defRPr>
            </a:lvl2pPr>
            <a:lvl3pPr algn="l">
              <a:defRPr sz="1050" b="0">
                <a:solidFill>
                  <a:srgbClr val="52647E"/>
                </a:solidFill>
                <a:latin typeface="Arial"/>
                <a:ea typeface="Arial"/>
                <a:cs typeface="Arial"/>
              </a:defRPr>
            </a:lvl3pPr>
            <a:lvl4pPr algn="l">
              <a:defRPr sz="1050" b="0">
                <a:solidFill>
                  <a:srgbClr val="52647E"/>
                </a:solidFill>
                <a:latin typeface="Arial"/>
                <a:ea typeface="Arial"/>
                <a:cs typeface="Arial"/>
              </a:defRPr>
            </a:lvl4pPr>
            <a:lvl5pPr algn="l">
              <a:defRPr sz="1050" b="0">
                <a:solidFill>
                  <a:srgbClr val="52647E"/>
                </a:solidFill>
                <a:latin typeface="Arial"/>
                <a:ea typeface="Arial"/>
                <a:cs typeface="Arial"/>
              </a:defRPr>
            </a:lvl5pPr>
            <a:lvl6pPr algn="l">
              <a:defRPr sz="1050" b="0">
                <a:solidFill>
                  <a:srgbClr val="52647E"/>
                </a:solidFill>
                <a:latin typeface="Arial"/>
                <a:ea typeface="Arial"/>
                <a:cs typeface="Arial"/>
              </a:defRPr>
            </a:lvl6pPr>
            <a:lvl7pPr algn="l">
              <a:defRPr sz="1050" b="0">
                <a:solidFill>
                  <a:srgbClr val="52647E"/>
                </a:solidFill>
                <a:latin typeface="Arial"/>
                <a:ea typeface="Arial"/>
                <a:cs typeface="Arial"/>
              </a:defRPr>
            </a:lvl7pPr>
            <a:lvl8pPr algn="l">
              <a:defRPr sz="1050" b="0">
                <a:solidFill>
                  <a:srgbClr val="52647E"/>
                </a:solidFill>
                <a:latin typeface="Arial"/>
                <a:ea typeface="Arial"/>
                <a:cs typeface="Arial"/>
              </a:defRPr>
            </a:lvl8pPr>
            <a:lvl9pPr algn="l">
              <a:defRPr sz="1050" b="0">
                <a:solidFill>
                  <a:srgbClr val="52647E"/>
                </a:solidFill>
                <a:latin typeface="Arial"/>
                <a:ea typeface="Arial"/>
                <a:cs typeface="Arial"/>
              </a:defRPr>
            </a:lvl9pPr>
          </a:lstStyle>
          <a:p xmlns:a="http://schemas.openxmlformats.org/drawingml/2006/main">
            <a:pPr algn="l">
              <a:defRPr sz="1050" b="0">
                <a:solidFill>
                  <a:srgbClr val="52647E"/>
                </a:solidFill>
                <a:latin typeface="Arial"/>
                <a:ea typeface="Arial"/>
                <a:cs typeface="Arial"/>
              </a:defRPr>
            </a:pPr>
            <a:r>
              <a:rPr sz="1050" b="0">
                <a:solidFill>
                  <a:srgbClr val="52647E"/>
                </a:solidFill>
                <a:latin typeface="Arial"/>
                <a:ea typeface="Arial"/>
                <a:cs typeface="Arial"/>
              </a:rPr>
              <a:t>Index PDF, EPUB, and MOBI metadata.</a:t>
            </a:r>
          </a:p>
        </p:txBody>
      </p:sp>
      <p:sp>
        <p:nvSpPr>
          <p:cNvPr id="18" name="flow-arrow">
            <a:extLst xmlns:a="http://schemas.openxmlformats.org/drawingml/2006/main">
              <a:ext uri="{FF2B5EF4-FFF2-40B4-BE49-F238E27FC236}">
                <a16:creationId xmlns:a16="http://schemas.microsoft.com/office/drawing/2014/main" id="{1D8F9FEC-9F26-4B60-9F73-4A9D9A24B3B3}"/>
              </a:ext>
            </a:extLst>
          </p:cNvPr>
          <p:cNvSpPr>
            <a:spLocks xmlns:a="http://schemas.openxmlformats.org/drawingml/2006/main" noGrp="1"/>
          </p:cNvSpPr>
          <p:nvPr/>
        </p:nvSpPr>
        <p:spPr>
          <a:xfrm xmlns:a="http://schemas.openxmlformats.org/drawingml/2006/main">
            <a:off x="4857750" y="2724150"/>
            <a:ext cx="247650" cy="171450"/>
          </a:xfrm>
          <a:prstGeom xmlns:a="http://schemas.openxmlformats.org/drawingml/2006/main" prst="rightArrow">
            <a:avLst/>
          </a:prstGeom>
          <a:solidFill xmlns:a="http://schemas.openxmlformats.org/drawingml/2006/main">
            <a:srgbClr val="2563EB"/>
          </a:solidFill>
          <a:ln xmlns:a="http://schemas.openxmlformats.org/drawingml/2006/main" w="0">
            <a:noFill/>
            <a:prstDash val="solid"/>
          </a:ln>
        </p:spPr>
      </p:sp>
      <p:sp>
        <p:nvSpPr>
          <p:cNvPr id="19" name="demo-step-2">
            <a:extLst xmlns:a="http://schemas.openxmlformats.org/drawingml/2006/main">
              <a:ext uri="{FF2B5EF4-FFF2-40B4-BE49-F238E27FC236}">
                <a16:creationId xmlns:a16="http://schemas.microsoft.com/office/drawing/2014/main" id="{3B1C573A-4F9F-4437-9A26-84B4B3BACD15}"/>
              </a:ext>
            </a:extLst>
          </p:cNvPr>
          <p:cNvSpPr>
            <a:spLocks xmlns:a="http://schemas.openxmlformats.org/drawingml/2006/main" noGrp="1"/>
          </p:cNvSpPr>
          <p:nvPr/>
        </p:nvSpPr>
        <p:spPr>
          <a:xfrm xmlns:a="http://schemas.openxmlformats.org/drawingml/2006/main">
            <a:off x="5124450" y="1857375"/>
            <a:ext cx="20002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C9D9EC"/>
            </a:solidFill>
            <a:prstDash val="solid"/>
          </a:ln>
        </p:spPr>
      </p:sp>
      <p:sp>
        <p:nvSpPr>
          <p:cNvPr id="20" name="demo-number-2">
            <a:extLst xmlns:a="http://schemas.openxmlformats.org/drawingml/2006/main">
              <a:ext uri="{FF2B5EF4-FFF2-40B4-BE49-F238E27FC236}">
                <a16:creationId xmlns:a16="http://schemas.microsoft.com/office/drawing/2014/main" id="{100627A4-2751-4601-9992-65A683E57652}"/>
              </a:ext>
            </a:extLst>
          </p:cNvPr>
          <p:cNvSpPr>
            <a:spLocks xmlns:a="http://schemas.openxmlformats.org/drawingml/2006/main" noGrp="1"/>
          </p:cNvSpPr>
          <p:nvPr/>
        </p:nvSpPr>
        <p:spPr>
          <a:xfrm xmlns:a="http://schemas.openxmlformats.org/drawingml/2006/main">
            <a:off x="5295900" y="2019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563EB"/>
                </a:solidFill>
                <a:latin typeface="Arial"/>
                <a:ea typeface="Arial"/>
                <a:cs typeface="Arial"/>
              </a:defRPr>
            </a:defPPr>
            <a:lvl1pPr algn="l">
              <a:defRPr sz="1425" b="1">
                <a:solidFill>
                  <a:srgbClr val="2563EB"/>
                </a:solidFill>
                <a:latin typeface="Arial"/>
                <a:ea typeface="Arial"/>
                <a:cs typeface="Arial"/>
              </a:defRPr>
            </a:lvl1pPr>
            <a:lvl2pPr algn="l">
              <a:defRPr sz="1425" b="1">
                <a:solidFill>
                  <a:srgbClr val="2563EB"/>
                </a:solidFill>
                <a:latin typeface="Arial"/>
                <a:ea typeface="Arial"/>
                <a:cs typeface="Arial"/>
              </a:defRPr>
            </a:lvl2pPr>
            <a:lvl3pPr algn="l">
              <a:defRPr sz="1425" b="1">
                <a:solidFill>
                  <a:srgbClr val="2563EB"/>
                </a:solidFill>
                <a:latin typeface="Arial"/>
                <a:ea typeface="Arial"/>
                <a:cs typeface="Arial"/>
              </a:defRPr>
            </a:lvl3pPr>
            <a:lvl4pPr algn="l">
              <a:defRPr sz="1425" b="1">
                <a:solidFill>
                  <a:srgbClr val="2563EB"/>
                </a:solidFill>
                <a:latin typeface="Arial"/>
                <a:ea typeface="Arial"/>
                <a:cs typeface="Arial"/>
              </a:defRPr>
            </a:lvl4pPr>
            <a:lvl5pPr algn="l">
              <a:defRPr sz="1425" b="1">
                <a:solidFill>
                  <a:srgbClr val="2563EB"/>
                </a:solidFill>
                <a:latin typeface="Arial"/>
                <a:ea typeface="Arial"/>
                <a:cs typeface="Arial"/>
              </a:defRPr>
            </a:lvl5pPr>
            <a:lvl6pPr algn="l">
              <a:defRPr sz="1425" b="1">
                <a:solidFill>
                  <a:srgbClr val="2563EB"/>
                </a:solidFill>
                <a:latin typeface="Arial"/>
                <a:ea typeface="Arial"/>
                <a:cs typeface="Arial"/>
              </a:defRPr>
            </a:lvl6pPr>
            <a:lvl7pPr algn="l">
              <a:defRPr sz="1425" b="1">
                <a:solidFill>
                  <a:srgbClr val="2563EB"/>
                </a:solidFill>
                <a:latin typeface="Arial"/>
                <a:ea typeface="Arial"/>
                <a:cs typeface="Arial"/>
              </a:defRPr>
            </a:lvl7pPr>
            <a:lvl8pPr algn="l">
              <a:defRPr sz="1425" b="1">
                <a:solidFill>
                  <a:srgbClr val="2563EB"/>
                </a:solidFill>
                <a:latin typeface="Arial"/>
                <a:ea typeface="Arial"/>
                <a:cs typeface="Arial"/>
              </a:defRPr>
            </a:lvl8pPr>
            <a:lvl9pPr algn="l">
              <a:defRPr sz="1425" b="1">
                <a:solidFill>
                  <a:srgbClr val="2563EB"/>
                </a:solidFill>
                <a:latin typeface="Arial"/>
                <a:ea typeface="Arial"/>
                <a:cs typeface="Arial"/>
              </a:defRPr>
            </a:lvl9pPr>
          </a:lstStyle>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03</a:t>
            </a:r>
          </a:p>
        </p:txBody>
      </p:sp>
      <p:sp>
        <p:nvSpPr>
          <p:cNvPr id="21" name="demo-node-2">
            <a:extLst xmlns:a="http://schemas.openxmlformats.org/drawingml/2006/main">
              <a:ext uri="{FF2B5EF4-FFF2-40B4-BE49-F238E27FC236}">
                <a16:creationId xmlns:a16="http://schemas.microsoft.com/office/drawing/2014/main" id="{9D809085-4117-435B-8DF2-2E80050895A8}"/>
              </a:ext>
            </a:extLst>
          </p:cNvPr>
          <p:cNvSpPr>
            <a:spLocks xmlns:a="http://schemas.openxmlformats.org/drawingml/2006/main" noGrp="1"/>
          </p:cNvSpPr>
          <p:nvPr/>
        </p:nvSpPr>
        <p:spPr>
          <a:xfrm xmlns:a="http://schemas.openxmlformats.org/drawingml/2006/main">
            <a:off x="5286375" y="2447925"/>
            <a:ext cx="1676400" cy="28575"/>
          </a:xfrm>
          <a:prstGeom xmlns:a="http://schemas.openxmlformats.org/drawingml/2006/main" prst="rect">
            <a:avLst/>
          </a:prstGeom>
          <a:solidFill xmlns:a="http://schemas.openxmlformats.org/drawingml/2006/main">
            <a:srgbClr val="55B8FF"/>
          </a:solidFill>
          <a:ln xmlns:a="http://schemas.openxmlformats.org/drawingml/2006/main" w="0">
            <a:noFill/>
            <a:prstDash val="solid"/>
          </a:ln>
        </p:spPr>
      </p:sp>
      <p:sp>
        <p:nvSpPr>
          <p:cNvPr id="22" name="demo-title-2">
            <a:extLst xmlns:a="http://schemas.openxmlformats.org/drawingml/2006/main">
              <a:ext uri="{FF2B5EF4-FFF2-40B4-BE49-F238E27FC236}">
                <a16:creationId xmlns:a16="http://schemas.microsoft.com/office/drawing/2014/main" id="{AE4E9705-6E3F-4B2E-8208-8FAE0F6B410C}"/>
              </a:ext>
            </a:extLst>
          </p:cNvPr>
          <p:cNvSpPr>
            <a:spLocks xmlns:a="http://schemas.openxmlformats.org/drawingml/2006/main" noGrp="1"/>
          </p:cNvSpPr>
          <p:nvPr/>
        </p:nvSpPr>
        <p:spPr>
          <a:xfrm xmlns:a="http://schemas.openxmlformats.org/drawingml/2006/main">
            <a:off x="5286375" y="2609850"/>
            <a:ext cx="167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Match catalog</a:t>
            </a:r>
          </a:p>
        </p:txBody>
      </p:sp>
      <p:sp>
        <p:nvSpPr>
          <p:cNvPr id="23" name="demo-copy-2">
            <a:extLst xmlns:a="http://schemas.openxmlformats.org/drawingml/2006/main">
              <a:ext uri="{FF2B5EF4-FFF2-40B4-BE49-F238E27FC236}">
                <a16:creationId xmlns:a16="http://schemas.microsoft.com/office/drawing/2014/main" id="{D2E72540-B2C6-44BF-95DE-3F8737157743}"/>
              </a:ext>
            </a:extLst>
          </p:cNvPr>
          <p:cNvSpPr>
            <a:spLocks xmlns:a="http://schemas.openxmlformats.org/drawingml/2006/main" noGrp="1"/>
          </p:cNvSpPr>
          <p:nvPr/>
        </p:nvSpPr>
        <p:spPr>
          <a:xfrm xmlns:a="http://schemas.openxmlformats.org/drawingml/2006/main">
            <a:off x="5286375" y="29908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47E"/>
                </a:solidFill>
                <a:latin typeface="Arial"/>
                <a:ea typeface="Arial"/>
                <a:cs typeface="Arial"/>
              </a:defRPr>
            </a:defPPr>
            <a:lvl1pPr algn="l">
              <a:defRPr sz="1050" b="0">
                <a:solidFill>
                  <a:srgbClr val="52647E"/>
                </a:solidFill>
                <a:latin typeface="Arial"/>
                <a:ea typeface="Arial"/>
                <a:cs typeface="Arial"/>
              </a:defRPr>
            </a:lvl1pPr>
            <a:lvl2pPr algn="l">
              <a:defRPr sz="1050" b="0">
                <a:solidFill>
                  <a:srgbClr val="52647E"/>
                </a:solidFill>
                <a:latin typeface="Arial"/>
                <a:ea typeface="Arial"/>
                <a:cs typeface="Arial"/>
              </a:defRPr>
            </a:lvl2pPr>
            <a:lvl3pPr algn="l">
              <a:defRPr sz="1050" b="0">
                <a:solidFill>
                  <a:srgbClr val="52647E"/>
                </a:solidFill>
                <a:latin typeface="Arial"/>
                <a:ea typeface="Arial"/>
                <a:cs typeface="Arial"/>
              </a:defRPr>
            </a:lvl3pPr>
            <a:lvl4pPr algn="l">
              <a:defRPr sz="1050" b="0">
                <a:solidFill>
                  <a:srgbClr val="52647E"/>
                </a:solidFill>
                <a:latin typeface="Arial"/>
                <a:ea typeface="Arial"/>
                <a:cs typeface="Arial"/>
              </a:defRPr>
            </a:lvl4pPr>
            <a:lvl5pPr algn="l">
              <a:defRPr sz="1050" b="0">
                <a:solidFill>
                  <a:srgbClr val="52647E"/>
                </a:solidFill>
                <a:latin typeface="Arial"/>
                <a:ea typeface="Arial"/>
                <a:cs typeface="Arial"/>
              </a:defRPr>
            </a:lvl5pPr>
            <a:lvl6pPr algn="l">
              <a:defRPr sz="1050" b="0">
                <a:solidFill>
                  <a:srgbClr val="52647E"/>
                </a:solidFill>
                <a:latin typeface="Arial"/>
                <a:ea typeface="Arial"/>
                <a:cs typeface="Arial"/>
              </a:defRPr>
            </a:lvl6pPr>
            <a:lvl7pPr algn="l">
              <a:defRPr sz="1050" b="0">
                <a:solidFill>
                  <a:srgbClr val="52647E"/>
                </a:solidFill>
                <a:latin typeface="Arial"/>
                <a:ea typeface="Arial"/>
                <a:cs typeface="Arial"/>
              </a:defRPr>
            </a:lvl7pPr>
            <a:lvl8pPr algn="l">
              <a:defRPr sz="1050" b="0">
                <a:solidFill>
                  <a:srgbClr val="52647E"/>
                </a:solidFill>
                <a:latin typeface="Arial"/>
                <a:ea typeface="Arial"/>
                <a:cs typeface="Arial"/>
              </a:defRPr>
            </a:lvl8pPr>
            <a:lvl9pPr algn="l">
              <a:defRPr sz="1050" b="0">
                <a:solidFill>
                  <a:srgbClr val="52647E"/>
                </a:solidFill>
                <a:latin typeface="Arial"/>
                <a:ea typeface="Arial"/>
                <a:cs typeface="Arial"/>
              </a:defRPr>
            </a:lvl9pPr>
          </a:lstStyle>
          <a:p xmlns:a="http://schemas.openxmlformats.org/drawingml/2006/main">
            <a:pPr algn="l">
              <a:defRPr sz="1050" b="0">
                <a:solidFill>
                  <a:srgbClr val="52647E"/>
                </a:solidFill>
                <a:latin typeface="Arial"/>
                <a:ea typeface="Arial"/>
                <a:cs typeface="Arial"/>
              </a:defRPr>
            </a:pPr>
            <a:r>
              <a:rPr sz="1050" b="0">
                <a:solidFill>
                  <a:srgbClr val="52647E"/>
                </a:solidFill>
                <a:latin typeface="Arial"/>
                <a:ea typeface="Arial"/>
                <a:cs typeface="Arial"/>
              </a:rPr>
              <a:t>Use filename and author clues when available.</a:t>
            </a:r>
          </a:p>
        </p:txBody>
      </p:sp>
      <p:sp>
        <p:nvSpPr>
          <p:cNvPr id="24" name="flow-arrow">
            <a:extLst xmlns:a="http://schemas.openxmlformats.org/drawingml/2006/main">
              <a:ext uri="{FF2B5EF4-FFF2-40B4-BE49-F238E27FC236}">
                <a16:creationId xmlns:a16="http://schemas.microsoft.com/office/drawing/2014/main" id="{72A3ACB7-201F-4F46-8832-8C45793622DE}"/>
              </a:ext>
            </a:extLst>
          </p:cNvPr>
          <p:cNvSpPr>
            <a:spLocks xmlns:a="http://schemas.openxmlformats.org/drawingml/2006/main" noGrp="1"/>
          </p:cNvSpPr>
          <p:nvPr/>
        </p:nvSpPr>
        <p:spPr>
          <a:xfrm xmlns:a="http://schemas.openxmlformats.org/drawingml/2006/main">
            <a:off x="7143750" y="2724150"/>
            <a:ext cx="247650" cy="171450"/>
          </a:xfrm>
          <a:prstGeom xmlns:a="http://schemas.openxmlformats.org/drawingml/2006/main" prst="rightArrow">
            <a:avLst/>
          </a:prstGeom>
          <a:solidFill xmlns:a="http://schemas.openxmlformats.org/drawingml/2006/main">
            <a:srgbClr val="2563EB"/>
          </a:solidFill>
          <a:ln xmlns:a="http://schemas.openxmlformats.org/drawingml/2006/main" w="0">
            <a:noFill/>
            <a:prstDash val="solid"/>
          </a:ln>
        </p:spPr>
      </p:sp>
      <p:sp>
        <p:nvSpPr>
          <p:cNvPr id="25" name="demo-step-3">
            <a:extLst xmlns:a="http://schemas.openxmlformats.org/drawingml/2006/main">
              <a:ext uri="{FF2B5EF4-FFF2-40B4-BE49-F238E27FC236}">
                <a16:creationId xmlns:a16="http://schemas.microsoft.com/office/drawing/2014/main" id="{8CB2A37B-8A9E-48D9-87D5-6B62FC024E2A}"/>
              </a:ext>
            </a:extLst>
          </p:cNvPr>
          <p:cNvSpPr>
            <a:spLocks xmlns:a="http://schemas.openxmlformats.org/drawingml/2006/main" noGrp="1"/>
          </p:cNvSpPr>
          <p:nvPr/>
        </p:nvSpPr>
        <p:spPr>
          <a:xfrm xmlns:a="http://schemas.openxmlformats.org/drawingml/2006/main">
            <a:off x="7410450" y="1857375"/>
            <a:ext cx="20002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C9D9EC"/>
            </a:solidFill>
            <a:prstDash val="solid"/>
          </a:ln>
        </p:spPr>
      </p:sp>
      <p:sp>
        <p:nvSpPr>
          <p:cNvPr id="26" name="demo-number-3">
            <a:extLst xmlns:a="http://schemas.openxmlformats.org/drawingml/2006/main">
              <a:ext uri="{FF2B5EF4-FFF2-40B4-BE49-F238E27FC236}">
                <a16:creationId xmlns:a16="http://schemas.microsoft.com/office/drawing/2014/main" id="{D85DCAD9-0184-44BF-95FD-D11DA708148E}"/>
              </a:ext>
            </a:extLst>
          </p:cNvPr>
          <p:cNvSpPr>
            <a:spLocks xmlns:a="http://schemas.openxmlformats.org/drawingml/2006/main" noGrp="1"/>
          </p:cNvSpPr>
          <p:nvPr/>
        </p:nvSpPr>
        <p:spPr>
          <a:xfrm xmlns:a="http://schemas.openxmlformats.org/drawingml/2006/main">
            <a:off x="7581900" y="2019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563EB"/>
                </a:solidFill>
                <a:latin typeface="Arial"/>
                <a:ea typeface="Arial"/>
                <a:cs typeface="Arial"/>
              </a:defRPr>
            </a:defPPr>
            <a:lvl1pPr algn="l">
              <a:defRPr sz="1425" b="1">
                <a:solidFill>
                  <a:srgbClr val="2563EB"/>
                </a:solidFill>
                <a:latin typeface="Arial"/>
                <a:ea typeface="Arial"/>
                <a:cs typeface="Arial"/>
              </a:defRPr>
            </a:lvl1pPr>
            <a:lvl2pPr algn="l">
              <a:defRPr sz="1425" b="1">
                <a:solidFill>
                  <a:srgbClr val="2563EB"/>
                </a:solidFill>
                <a:latin typeface="Arial"/>
                <a:ea typeface="Arial"/>
                <a:cs typeface="Arial"/>
              </a:defRPr>
            </a:lvl2pPr>
            <a:lvl3pPr algn="l">
              <a:defRPr sz="1425" b="1">
                <a:solidFill>
                  <a:srgbClr val="2563EB"/>
                </a:solidFill>
                <a:latin typeface="Arial"/>
                <a:ea typeface="Arial"/>
                <a:cs typeface="Arial"/>
              </a:defRPr>
            </a:lvl3pPr>
            <a:lvl4pPr algn="l">
              <a:defRPr sz="1425" b="1">
                <a:solidFill>
                  <a:srgbClr val="2563EB"/>
                </a:solidFill>
                <a:latin typeface="Arial"/>
                <a:ea typeface="Arial"/>
                <a:cs typeface="Arial"/>
              </a:defRPr>
            </a:lvl4pPr>
            <a:lvl5pPr algn="l">
              <a:defRPr sz="1425" b="1">
                <a:solidFill>
                  <a:srgbClr val="2563EB"/>
                </a:solidFill>
                <a:latin typeface="Arial"/>
                <a:ea typeface="Arial"/>
                <a:cs typeface="Arial"/>
              </a:defRPr>
            </a:lvl5pPr>
            <a:lvl6pPr algn="l">
              <a:defRPr sz="1425" b="1">
                <a:solidFill>
                  <a:srgbClr val="2563EB"/>
                </a:solidFill>
                <a:latin typeface="Arial"/>
                <a:ea typeface="Arial"/>
                <a:cs typeface="Arial"/>
              </a:defRPr>
            </a:lvl6pPr>
            <a:lvl7pPr algn="l">
              <a:defRPr sz="1425" b="1">
                <a:solidFill>
                  <a:srgbClr val="2563EB"/>
                </a:solidFill>
                <a:latin typeface="Arial"/>
                <a:ea typeface="Arial"/>
                <a:cs typeface="Arial"/>
              </a:defRPr>
            </a:lvl7pPr>
            <a:lvl8pPr algn="l">
              <a:defRPr sz="1425" b="1">
                <a:solidFill>
                  <a:srgbClr val="2563EB"/>
                </a:solidFill>
                <a:latin typeface="Arial"/>
                <a:ea typeface="Arial"/>
                <a:cs typeface="Arial"/>
              </a:defRPr>
            </a:lvl8pPr>
            <a:lvl9pPr algn="l">
              <a:defRPr sz="1425" b="1">
                <a:solidFill>
                  <a:srgbClr val="2563EB"/>
                </a:solidFill>
                <a:latin typeface="Arial"/>
                <a:ea typeface="Arial"/>
                <a:cs typeface="Arial"/>
              </a:defRPr>
            </a:lvl9pPr>
          </a:lstStyle>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04</a:t>
            </a:r>
          </a:p>
        </p:txBody>
      </p:sp>
      <p:sp>
        <p:nvSpPr>
          <p:cNvPr id="27" name="demo-node-3">
            <a:extLst xmlns:a="http://schemas.openxmlformats.org/drawingml/2006/main">
              <a:ext uri="{FF2B5EF4-FFF2-40B4-BE49-F238E27FC236}">
                <a16:creationId xmlns:a16="http://schemas.microsoft.com/office/drawing/2014/main" id="{BB12D94E-FC92-47B0-8BE0-4C672BEB01F2}"/>
              </a:ext>
            </a:extLst>
          </p:cNvPr>
          <p:cNvSpPr>
            <a:spLocks xmlns:a="http://schemas.openxmlformats.org/drawingml/2006/main" noGrp="1"/>
          </p:cNvSpPr>
          <p:nvPr/>
        </p:nvSpPr>
        <p:spPr>
          <a:xfrm xmlns:a="http://schemas.openxmlformats.org/drawingml/2006/main">
            <a:off x="7572375" y="2447925"/>
            <a:ext cx="1676400" cy="28575"/>
          </a:xfrm>
          <a:prstGeom xmlns:a="http://schemas.openxmlformats.org/drawingml/2006/main" prst="rect">
            <a:avLst/>
          </a:prstGeom>
          <a:solidFill xmlns:a="http://schemas.openxmlformats.org/drawingml/2006/main">
            <a:srgbClr val="55B8FF"/>
          </a:solidFill>
          <a:ln xmlns:a="http://schemas.openxmlformats.org/drawingml/2006/main" w="0">
            <a:noFill/>
            <a:prstDash val="solid"/>
          </a:ln>
        </p:spPr>
      </p:sp>
      <p:sp>
        <p:nvSpPr>
          <p:cNvPr id="28" name="demo-title-3">
            <a:extLst xmlns:a="http://schemas.openxmlformats.org/drawingml/2006/main">
              <a:ext uri="{FF2B5EF4-FFF2-40B4-BE49-F238E27FC236}">
                <a16:creationId xmlns:a16="http://schemas.microsoft.com/office/drawing/2014/main" id="{A0A17520-EC77-48E0-9658-B380F69465C0}"/>
              </a:ext>
            </a:extLst>
          </p:cNvPr>
          <p:cNvSpPr>
            <a:spLocks xmlns:a="http://schemas.openxmlformats.org/drawingml/2006/main" noGrp="1"/>
          </p:cNvSpPr>
          <p:nvPr/>
        </p:nvSpPr>
        <p:spPr>
          <a:xfrm xmlns:a="http://schemas.openxmlformats.org/drawingml/2006/main">
            <a:off x="7572375" y="2609850"/>
            <a:ext cx="167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Ask naturally</a:t>
            </a:r>
          </a:p>
        </p:txBody>
      </p:sp>
      <p:sp>
        <p:nvSpPr>
          <p:cNvPr id="29" name="demo-copy-3">
            <a:extLst xmlns:a="http://schemas.openxmlformats.org/drawingml/2006/main">
              <a:ext uri="{FF2B5EF4-FFF2-40B4-BE49-F238E27FC236}">
                <a16:creationId xmlns:a16="http://schemas.microsoft.com/office/drawing/2014/main" id="{9F243187-43A8-420F-86EF-41E080D24365}"/>
              </a:ext>
            </a:extLst>
          </p:cNvPr>
          <p:cNvSpPr>
            <a:spLocks xmlns:a="http://schemas.openxmlformats.org/drawingml/2006/main" noGrp="1"/>
          </p:cNvSpPr>
          <p:nvPr/>
        </p:nvSpPr>
        <p:spPr>
          <a:xfrm xmlns:a="http://schemas.openxmlformats.org/drawingml/2006/main">
            <a:off x="7572375" y="29908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47E"/>
                </a:solidFill>
                <a:latin typeface="Arial"/>
                <a:ea typeface="Arial"/>
                <a:cs typeface="Arial"/>
              </a:defRPr>
            </a:defPPr>
            <a:lvl1pPr algn="l">
              <a:defRPr sz="1050" b="0">
                <a:solidFill>
                  <a:srgbClr val="52647E"/>
                </a:solidFill>
                <a:latin typeface="Arial"/>
                <a:ea typeface="Arial"/>
                <a:cs typeface="Arial"/>
              </a:defRPr>
            </a:lvl1pPr>
            <a:lvl2pPr algn="l">
              <a:defRPr sz="1050" b="0">
                <a:solidFill>
                  <a:srgbClr val="52647E"/>
                </a:solidFill>
                <a:latin typeface="Arial"/>
                <a:ea typeface="Arial"/>
                <a:cs typeface="Arial"/>
              </a:defRPr>
            </a:lvl2pPr>
            <a:lvl3pPr algn="l">
              <a:defRPr sz="1050" b="0">
                <a:solidFill>
                  <a:srgbClr val="52647E"/>
                </a:solidFill>
                <a:latin typeface="Arial"/>
                <a:ea typeface="Arial"/>
                <a:cs typeface="Arial"/>
              </a:defRPr>
            </a:lvl3pPr>
            <a:lvl4pPr algn="l">
              <a:defRPr sz="1050" b="0">
                <a:solidFill>
                  <a:srgbClr val="52647E"/>
                </a:solidFill>
                <a:latin typeface="Arial"/>
                <a:ea typeface="Arial"/>
                <a:cs typeface="Arial"/>
              </a:defRPr>
            </a:lvl4pPr>
            <a:lvl5pPr algn="l">
              <a:defRPr sz="1050" b="0">
                <a:solidFill>
                  <a:srgbClr val="52647E"/>
                </a:solidFill>
                <a:latin typeface="Arial"/>
                <a:ea typeface="Arial"/>
                <a:cs typeface="Arial"/>
              </a:defRPr>
            </a:lvl5pPr>
            <a:lvl6pPr algn="l">
              <a:defRPr sz="1050" b="0">
                <a:solidFill>
                  <a:srgbClr val="52647E"/>
                </a:solidFill>
                <a:latin typeface="Arial"/>
                <a:ea typeface="Arial"/>
                <a:cs typeface="Arial"/>
              </a:defRPr>
            </a:lvl6pPr>
            <a:lvl7pPr algn="l">
              <a:defRPr sz="1050" b="0">
                <a:solidFill>
                  <a:srgbClr val="52647E"/>
                </a:solidFill>
                <a:latin typeface="Arial"/>
                <a:ea typeface="Arial"/>
                <a:cs typeface="Arial"/>
              </a:defRPr>
            </a:lvl7pPr>
            <a:lvl8pPr algn="l">
              <a:defRPr sz="1050" b="0">
                <a:solidFill>
                  <a:srgbClr val="52647E"/>
                </a:solidFill>
                <a:latin typeface="Arial"/>
                <a:ea typeface="Arial"/>
                <a:cs typeface="Arial"/>
              </a:defRPr>
            </a:lvl8pPr>
            <a:lvl9pPr algn="l">
              <a:defRPr sz="1050" b="0">
                <a:solidFill>
                  <a:srgbClr val="52647E"/>
                </a:solidFill>
                <a:latin typeface="Arial"/>
                <a:ea typeface="Arial"/>
                <a:cs typeface="Arial"/>
              </a:defRPr>
            </a:lvl9pPr>
          </a:lstStyle>
          <a:p xmlns:a="http://schemas.openxmlformats.org/drawingml/2006/main">
            <a:pPr algn="l">
              <a:defRPr sz="1050" b="0">
                <a:solidFill>
                  <a:srgbClr val="52647E"/>
                </a:solidFill>
                <a:latin typeface="Arial"/>
                <a:ea typeface="Arial"/>
                <a:cs typeface="Arial"/>
              </a:defRPr>
            </a:pPr>
            <a:r>
              <a:rPr sz="1050" b="0">
                <a:solidFill>
                  <a:srgbClr val="52647E"/>
                </a:solidFill>
                <a:latin typeface="Arial"/>
                <a:ea typeface="Arial"/>
                <a:cs typeface="Arial"/>
              </a:rPr>
              <a:t>“Tell me about Dune” — local context first.</a:t>
            </a:r>
          </a:p>
        </p:txBody>
      </p:sp>
      <p:sp>
        <p:nvSpPr>
          <p:cNvPr id="30" name="flow-arrow">
            <a:extLst xmlns:a="http://schemas.openxmlformats.org/drawingml/2006/main">
              <a:ext uri="{FF2B5EF4-FFF2-40B4-BE49-F238E27FC236}">
                <a16:creationId xmlns:a16="http://schemas.microsoft.com/office/drawing/2014/main" id="{01F2C67B-48DB-419A-8CAF-CF6BB9DD0DB4}"/>
              </a:ext>
            </a:extLst>
          </p:cNvPr>
          <p:cNvSpPr>
            <a:spLocks xmlns:a="http://schemas.openxmlformats.org/drawingml/2006/main" noGrp="1"/>
          </p:cNvSpPr>
          <p:nvPr/>
        </p:nvSpPr>
        <p:spPr>
          <a:xfrm xmlns:a="http://schemas.openxmlformats.org/drawingml/2006/main">
            <a:off x="9429750" y="2724150"/>
            <a:ext cx="247650" cy="171450"/>
          </a:xfrm>
          <a:prstGeom xmlns:a="http://schemas.openxmlformats.org/drawingml/2006/main" prst="rightArrow">
            <a:avLst/>
          </a:prstGeom>
          <a:solidFill xmlns:a="http://schemas.openxmlformats.org/drawingml/2006/main">
            <a:srgbClr val="2563EB"/>
          </a:solidFill>
          <a:ln xmlns:a="http://schemas.openxmlformats.org/drawingml/2006/main" w="0">
            <a:noFill/>
            <a:prstDash val="solid"/>
          </a:ln>
        </p:spPr>
      </p:sp>
      <p:sp>
        <p:nvSpPr>
          <p:cNvPr id="31" name="demo-step-4">
            <a:extLst xmlns:a="http://schemas.openxmlformats.org/drawingml/2006/main">
              <a:ext uri="{FF2B5EF4-FFF2-40B4-BE49-F238E27FC236}">
                <a16:creationId xmlns:a16="http://schemas.microsoft.com/office/drawing/2014/main" id="{E1A8097A-EB86-4149-A143-C9D1CF2A5231}"/>
              </a:ext>
            </a:extLst>
          </p:cNvPr>
          <p:cNvSpPr>
            <a:spLocks xmlns:a="http://schemas.openxmlformats.org/drawingml/2006/main" noGrp="1"/>
          </p:cNvSpPr>
          <p:nvPr/>
        </p:nvSpPr>
        <p:spPr>
          <a:xfrm xmlns:a="http://schemas.openxmlformats.org/drawingml/2006/main">
            <a:off x="9696450" y="1857375"/>
            <a:ext cx="2000250" cy="1962150"/>
          </a:xfrm>
          <a:prstGeom xmlns:a="http://schemas.openxmlformats.org/drawingml/2006/main" prst="roundRect">
            <a:avLst>
              <a:gd name="adj" fmla="val 5825"/>
            </a:avLst>
          </a:prstGeom>
          <a:solidFill xmlns:a="http://schemas.openxmlformats.org/drawingml/2006/main">
            <a:srgbClr val="FFFFFF"/>
          </a:solidFill>
          <a:ln xmlns:a="http://schemas.openxmlformats.org/drawingml/2006/main" w="9525">
            <a:solidFill>
              <a:srgbClr val="C9D9EC"/>
            </a:solidFill>
            <a:prstDash val="solid"/>
          </a:ln>
        </p:spPr>
      </p:sp>
      <p:sp>
        <p:nvSpPr>
          <p:cNvPr id="32" name="demo-number-4">
            <a:extLst xmlns:a="http://schemas.openxmlformats.org/drawingml/2006/main">
              <a:ext uri="{FF2B5EF4-FFF2-40B4-BE49-F238E27FC236}">
                <a16:creationId xmlns:a16="http://schemas.microsoft.com/office/drawing/2014/main" id="{36406F7E-9D9F-4240-9573-D0F6A41EC34E}"/>
              </a:ext>
            </a:extLst>
          </p:cNvPr>
          <p:cNvSpPr>
            <a:spLocks xmlns:a="http://schemas.openxmlformats.org/drawingml/2006/main" noGrp="1"/>
          </p:cNvSpPr>
          <p:nvPr/>
        </p:nvSpPr>
        <p:spPr>
          <a:xfrm xmlns:a="http://schemas.openxmlformats.org/drawingml/2006/main">
            <a:off x="9867900" y="201930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563EB"/>
                </a:solidFill>
                <a:latin typeface="Arial"/>
                <a:ea typeface="Arial"/>
                <a:cs typeface="Arial"/>
              </a:defRPr>
            </a:defPPr>
            <a:lvl1pPr algn="l">
              <a:defRPr sz="1425" b="1">
                <a:solidFill>
                  <a:srgbClr val="2563EB"/>
                </a:solidFill>
                <a:latin typeface="Arial"/>
                <a:ea typeface="Arial"/>
                <a:cs typeface="Arial"/>
              </a:defRPr>
            </a:lvl1pPr>
            <a:lvl2pPr algn="l">
              <a:defRPr sz="1425" b="1">
                <a:solidFill>
                  <a:srgbClr val="2563EB"/>
                </a:solidFill>
                <a:latin typeface="Arial"/>
                <a:ea typeface="Arial"/>
                <a:cs typeface="Arial"/>
              </a:defRPr>
            </a:lvl2pPr>
            <a:lvl3pPr algn="l">
              <a:defRPr sz="1425" b="1">
                <a:solidFill>
                  <a:srgbClr val="2563EB"/>
                </a:solidFill>
                <a:latin typeface="Arial"/>
                <a:ea typeface="Arial"/>
                <a:cs typeface="Arial"/>
              </a:defRPr>
            </a:lvl3pPr>
            <a:lvl4pPr algn="l">
              <a:defRPr sz="1425" b="1">
                <a:solidFill>
                  <a:srgbClr val="2563EB"/>
                </a:solidFill>
                <a:latin typeface="Arial"/>
                <a:ea typeface="Arial"/>
                <a:cs typeface="Arial"/>
              </a:defRPr>
            </a:lvl4pPr>
            <a:lvl5pPr algn="l">
              <a:defRPr sz="1425" b="1">
                <a:solidFill>
                  <a:srgbClr val="2563EB"/>
                </a:solidFill>
                <a:latin typeface="Arial"/>
                <a:ea typeface="Arial"/>
                <a:cs typeface="Arial"/>
              </a:defRPr>
            </a:lvl5pPr>
            <a:lvl6pPr algn="l">
              <a:defRPr sz="1425" b="1">
                <a:solidFill>
                  <a:srgbClr val="2563EB"/>
                </a:solidFill>
                <a:latin typeface="Arial"/>
                <a:ea typeface="Arial"/>
                <a:cs typeface="Arial"/>
              </a:defRPr>
            </a:lvl6pPr>
            <a:lvl7pPr algn="l">
              <a:defRPr sz="1425" b="1">
                <a:solidFill>
                  <a:srgbClr val="2563EB"/>
                </a:solidFill>
                <a:latin typeface="Arial"/>
                <a:ea typeface="Arial"/>
                <a:cs typeface="Arial"/>
              </a:defRPr>
            </a:lvl7pPr>
            <a:lvl8pPr algn="l">
              <a:defRPr sz="1425" b="1">
                <a:solidFill>
                  <a:srgbClr val="2563EB"/>
                </a:solidFill>
                <a:latin typeface="Arial"/>
                <a:ea typeface="Arial"/>
                <a:cs typeface="Arial"/>
              </a:defRPr>
            </a:lvl8pPr>
            <a:lvl9pPr algn="l">
              <a:defRPr sz="1425" b="1">
                <a:solidFill>
                  <a:srgbClr val="2563EB"/>
                </a:solidFill>
                <a:latin typeface="Arial"/>
                <a:ea typeface="Arial"/>
                <a:cs typeface="Arial"/>
              </a:defRPr>
            </a:lvl9pPr>
          </a:lstStyle>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05</a:t>
            </a:r>
          </a:p>
        </p:txBody>
      </p:sp>
      <p:sp>
        <p:nvSpPr>
          <p:cNvPr id="33" name="demo-node-4">
            <a:extLst xmlns:a="http://schemas.openxmlformats.org/drawingml/2006/main">
              <a:ext uri="{FF2B5EF4-FFF2-40B4-BE49-F238E27FC236}">
                <a16:creationId xmlns:a16="http://schemas.microsoft.com/office/drawing/2014/main" id="{5ED2173E-0CBC-4E43-9D02-F8F2AAA836E5}"/>
              </a:ext>
            </a:extLst>
          </p:cNvPr>
          <p:cNvSpPr>
            <a:spLocks xmlns:a="http://schemas.openxmlformats.org/drawingml/2006/main" noGrp="1"/>
          </p:cNvSpPr>
          <p:nvPr/>
        </p:nvSpPr>
        <p:spPr>
          <a:xfrm xmlns:a="http://schemas.openxmlformats.org/drawingml/2006/main">
            <a:off x="9858375" y="2447925"/>
            <a:ext cx="1676400" cy="28575"/>
          </a:xfrm>
          <a:prstGeom xmlns:a="http://schemas.openxmlformats.org/drawingml/2006/main" prst="rect">
            <a:avLst/>
          </a:prstGeom>
          <a:solidFill xmlns:a="http://schemas.openxmlformats.org/drawingml/2006/main">
            <a:srgbClr val="3DD6C6"/>
          </a:solidFill>
          <a:ln xmlns:a="http://schemas.openxmlformats.org/drawingml/2006/main" w="0">
            <a:noFill/>
            <a:prstDash val="solid"/>
          </a:ln>
        </p:spPr>
      </p:sp>
      <p:sp>
        <p:nvSpPr>
          <p:cNvPr id="34" name="demo-title-4">
            <a:extLst xmlns:a="http://schemas.openxmlformats.org/drawingml/2006/main">
              <a:ext uri="{FF2B5EF4-FFF2-40B4-BE49-F238E27FC236}">
                <a16:creationId xmlns:a16="http://schemas.microsoft.com/office/drawing/2014/main" id="{9F394603-61D8-4396-BE58-91F2F57B677F}"/>
              </a:ext>
            </a:extLst>
          </p:cNvPr>
          <p:cNvSpPr>
            <a:spLocks xmlns:a="http://schemas.openxmlformats.org/drawingml/2006/main" noGrp="1"/>
          </p:cNvSpPr>
          <p:nvPr/>
        </p:nvSpPr>
        <p:spPr>
          <a:xfrm xmlns:a="http://schemas.openxmlformats.org/drawingml/2006/main">
            <a:off x="9858375" y="2609850"/>
            <a:ext cx="167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B1730"/>
                </a:solidFill>
                <a:latin typeface="Arial"/>
                <a:ea typeface="Arial"/>
                <a:cs typeface="Arial"/>
              </a:defRPr>
            </a:defPPr>
            <a:lvl1pPr algn="l">
              <a:defRPr sz="1350" b="1">
                <a:solidFill>
                  <a:srgbClr val="0B1730"/>
                </a:solidFill>
                <a:latin typeface="Arial"/>
                <a:ea typeface="Arial"/>
                <a:cs typeface="Arial"/>
              </a:defRPr>
            </a:lvl1pPr>
            <a:lvl2pPr algn="l">
              <a:defRPr sz="1350" b="1">
                <a:solidFill>
                  <a:srgbClr val="0B1730"/>
                </a:solidFill>
                <a:latin typeface="Arial"/>
                <a:ea typeface="Arial"/>
                <a:cs typeface="Arial"/>
              </a:defRPr>
            </a:lvl2pPr>
            <a:lvl3pPr algn="l">
              <a:defRPr sz="1350" b="1">
                <a:solidFill>
                  <a:srgbClr val="0B1730"/>
                </a:solidFill>
                <a:latin typeface="Arial"/>
                <a:ea typeface="Arial"/>
                <a:cs typeface="Arial"/>
              </a:defRPr>
            </a:lvl3pPr>
            <a:lvl4pPr algn="l">
              <a:defRPr sz="1350" b="1">
                <a:solidFill>
                  <a:srgbClr val="0B1730"/>
                </a:solidFill>
                <a:latin typeface="Arial"/>
                <a:ea typeface="Arial"/>
                <a:cs typeface="Arial"/>
              </a:defRPr>
            </a:lvl4pPr>
            <a:lvl5pPr algn="l">
              <a:defRPr sz="1350" b="1">
                <a:solidFill>
                  <a:srgbClr val="0B1730"/>
                </a:solidFill>
                <a:latin typeface="Arial"/>
                <a:ea typeface="Arial"/>
                <a:cs typeface="Arial"/>
              </a:defRPr>
            </a:lvl5pPr>
            <a:lvl6pPr algn="l">
              <a:defRPr sz="1350" b="1">
                <a:solidFill>
                  <a:srgbClr val="0B1730"/>
                </a:solidFill>
                <a:latin typeface="Arial"/>
                <a:ea typeface="Arial"/>
                <a:cs typeface="Arial"/>
              </a:defRPr>
            </a:lvl6pPr>
            <a:lvl7pPr algn="l">
              <a:defRPr sz="1350" b="1">
                <a:solidFill>
                  <a:srgbClr val="0B1730"/>
                </a:solidFill>
                <a:latin typeface="Arial"/>
                <a:ea typeface="Arial"/>
                <a:cs typeface="Arial"/>
              </a:defRPr>
            </a:lvl7pPr>
            <a:lvl8pPr algn="l">
              <a:defRPr sz="1350" b="1">
                <a:solidFill>
                  <a:srgbClr val="0B1730"/>
                </a:solidFill>
                <a:latin typeface="Arial"/>
                <a:ea typeface="Arial"/>
                <a:cs typeface="Arial"/>
              </a:defRPr>
            </a:lvl8pPr>
            <a:lvl9pPr algn="l">
              <a:defRPr sz="1350" b="1">
                <a:solidFill>
                  <a:srgbClr val="0B1730"/>
                </a:solidFill>
                <a:latin typeface="Arial"/>
                <a:ea typeface="Arial"/>
                <a:cs typeface="Arial"/>
              </a:defRPr>
            </a:lvl9pPr>
          </a:lstStyle>
          <a:p xmlns:a="http://schemas.openxmlformats.org/drawingml/2006/main">
            <a:pPr algn="l">
              <a:defRPr sz="1350" b="1">
                <a:solidFill>
                  <a:srgbClr val="0B1730"/>
                </a:solidFill>
                <a:latin typeface="Arial"/>
                <a:ea typeface="Arial"/>
                <a:cs typeface="Arial"/>
              </a:defRPr>
            </a:pPr>
            <a:r>
              <a:rPr sz="1350" b="1">
                <a:solidFill>
                  <a:srgbClr val="0B1730"/>
                </a:solidFill>
                <a:latin typeface="Arial"/>
                <a:ea typeface="Arial"/>
                <a:cs typeface="Arial"/>
              </a:rPr>
              <a:t>Update memory</a:t>
            </a:r>
          </a:p>
        </p:txBody>
      </p:sp>
      <p:sp>
        <p:nvSpPr>
          <p:cNvPr id="35" name="demo-copy-4">
            <a:extLst xmlns:a="http://schemas.openxmlformats.org/drawingml/2006/main">
              <a:ext uri="{FF2B5EF4-FFF2-40B4-BE49-F238E27FC236}">
                <a16:creationId xmlns:a16="http://schemas.microsoft.com/office/drawing/2014/main" id="{AD44176A-09DA-4036-BDED-0F4A31187D1A}"/>
              </a:ext>
            </a:extLst>
          </p:cNvPr>
          <p:cNvSpPr>
            <a:spLocks xmlns:a="http://schemas.openxmlformats.org/drawingml/2006/main" noGrp="1"/>
          </p:cNvSpPr>
          <p:nvPr/>
        </p:nvSpPr>
        <p:spPr>
          <a:xfrm xmlns:a="http://schemas.openxmlformats.org/drawingml/2006/main">
            <a:off x="9858375" y="2990850"/>
            <a:ext cx="1676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47E"/>
                </a:solidFill>
                <a:latin typeface="Arial"/>
                <a:ea typeface="Arial"/>
                <a:cs typeface="Arial"/>
              </a:defRPr>
            </a:defPPr>
            <a:lvl1pPr algn="l">
              <a:defRPr sz="1050" b="0">
                <a:solidFill>
                  <a:srgbClr val="52647E"/>
                </a:solidFill>
                <a:latin typeface="Arial"/>
                <a:ea typeface="Arial"/>
                <a:cs typeface="Arial"/>
              </a:defRPr>
            </a:lvl1pPr>
            <a:lvl2pPr algn="l">
              <a:defRPr sz="1050" b="0">
                <a:solidFill>
                  <a:srgbClr val="52647E"/>
                </a:solidFill>
                <a:latin typeface="Arial"/>
                <a:ea typeface="Arial"/>
                <a:cs typeface="Arial"/>
              </a:defRPr>
            </a:lvl2pPr>
            <a:lvl3pPr algn="l">
              <a:defRPr sz="1050" b="0">
                <a:solidFill>
                  <a:srgbClr val="52647E"/>
                </a:solidFill>
                <a:latin typeface="Arial"/>
                <a:ea typeface="Arial"/>
                <a:cs typeface="Arial"/>
              </a:defRPr>
            </a:lvl3pPr>
            <a:lvl4pPr algn="l">
              <a:defRPr sz="1050" b="0">
                <a:solidFill>
                  <a:srgbClr val="52647E"/>
                </a:solidFill>
                <a:latin typeface="Arial"/>
                <a:ea typeface="Arial"/>
                <a:cs typeface="Arial"/>
              </a:defRPr>
            </a:lvl4pPr>
            <a:lvl5pPr algn="l">
              <a:defRPr sz="1050" b="0">
                <a:solidFill>
                  <a:srgbClr val="52647E"/>
                </a:solidFill>
                <a:latin typeface="Arial"/>
                <a:ea typeface="Arial"/>
                <a:cs typeface="Arial"/>
              </a:defRPr>
            </a:lvl5pPr>
            <a:lvl6pPr algn="l">
              <a:defRPr sz="1050" b="0">
                <a:solidFill>
                  <a:srgbClr val="52647E"/>
                </a:solidFill>
                <a:latin typeface="Arial"/>
                <a:ea typeface="Arial"/>
                <a:cs typeface="Arial"/>
              </a:defRPr>
            </a:lvl6pPr>
            <a:lvl7pPr algn="l">
              <a:defRPr sz="1050" b="0">
                <a:solidFill>
                  <a:srgbClr val="52647E"/>
                </a:solidFill>
                <a:latin typeface="Arial"/>
                <a:ea typeface="Arial"/>
                <a:cs typeface="Arial"/>
              </a:defRPr>
            </a:lvl7pPr>
            <a:lvl8pPr algn="l">
              <a:defRPr sz="1050" b="0">
                <a:solidFill>
                  <a:srgbClr val="52647E"/>
                </a:solidFill>
                <a:latin typeface="Arial"/>
                <a:ea typeface="Arial"/>
                <a:cs typeface="Arial"/>
              </a:defRPr>
            </a:lvl8pPr>
            <a:lvl9pPr algn="l">
              <a:defRPr sz="1050" b="0">
                <a:solidFill>
                  <a:srgbClr val="52647E"/>
                </a:solidFill>
                <a:latin typeface="Arial"/>
                <a:ea typeface="Arial"/>
                <a:cs typeface="Arial"/>
              </a:defRPr>
            </a:lvl9pPr>
          </a:lstStyle>
          <a:p xmlns:a="http://schemas.openxmlformats.org/drawingml/2006/main">
            <a:pPr algn="l">
              <a:defRPr sz="1050" b="0">
                <a:solidFill>
                  <a:srgbClr val="52647E"/>
                </a:solidFill>
                <a:latin typeface="Arial"/>
                <a:ea typeface="Arial"/>
                <a:cs typeface="Arial"/>
              </a:defRPr>
            </a:pPr>
            <a:r>
              <a:rPr sz="1050" b="0">
                <a:solidFill>
                  <a:srgbClr val="52647E"/>
                </a:solidFill>
                <a:latin typeface="Arial"/>
                <a:ea typeface="Arial"/>
                <a:cs typeface="Arial"/>
              </a:rPr>
              <a:t>Favorite the book or report reading progress.</a:t>
            </a:r>
          </a:p>
        </p:txBody>
      </p:sp>
      <p:sp>
        <p:nvSpPr>
          <p:cNvPr id="36" name="demo-chat">
            <a:extLst xmlns:a="http://schemas.openxmlformats.org/drawingml/2006/main">
              <a:ext uri="{FF2B5EF4-FFF2-40B4-BE49-F238E27FC236}">
                <a16:creationId xmlns:a16="http://schemas.microsoft.com/office/drawing/2014/main" id="{FA1E8DAC-0FA6-4C84-89A8-040AE9D3ED5D}"/>
              </a:ext>
            </a:extLst>
          </p:cNvPr>
          <p:cNvSpPr>
            <a:spLocks xmlns:a="http://schemas.openxmlformats.org/drawingml/2006/main" noGrp="1"/>
          </p:cNvSpPr>
          <p:nvPr/>
        </p:nvSpPr>
        <p:spPr>
          <a:xfrm xmlns:a="http://schemas.openxmlformats.org/drawingml/2006/main">
            <a:off x="552450" y="4343400"/>
            <a:ext cx="10810875" cy="1285875"/>
          </a:xfrm>
          <a:prstGeom xmlns:a="http://schemas.openxmlformats.org/drawingml/2006/main" prst="roundRect">
            <a:avLst>
              <a:gd name="adj" fmla="val 8889"/>
            </a:avLst>
          </a:prstGeom>
          <a:solidFill xmlns:a="http://schemas.openxmlformats.org/drawingml/2006/main">
            <a:srgbClr val="0B1730"/>
          </a:solidFill>
          <a:ln xmlns:a="http://schemas.openxmlformats.org/drawingml/2006/main" w="9525">
            <a:solidFill>
              <a:srgbClr val="0B1730"/>
            </a:solidFill>
            <a:prstDash val="solid"/>
          </a:ln>
        </p:spPr>
      </p:sp>
      <p:sp>
        <p:nvSpPr>
          <p:cNvPr id="37" name="demo-chat-label">
            <a:extLst xmlns:a="http://schemas.openxmlformats.org/drawingml/2006/main">
              <a:ext uri="{FF2B5EF4-FFF2-40B4-BE49-F238E27FC236}">
                <a16:creationId xmlns:a16="http://schemas.microsoft.com/office/drawing/2014/main" id="{A3CCC76B-B5D4-476C-B1CE-F83B1B0F403D}"/>
              </a:ext>
            </a:extLst>
          </p:cNvPr>
          <p:cNvSpPr>
            <a:spLocks xmlns:a="http://schemas.openxmlformats.org/drawingml/2006/main" noGrp="1"/>
          </p:cNvSpPr>
          <p:nvPr/>
        </p:nvSpPr>
        <p:spPr>
          <a:xfrm xmlns:a="http://schemas.openxmlformats.org/drawingml/2006/main">
            <a:off x="781050" y="4505325"/>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3DD6C6"/>
                </a:solidFill>
                <a:latin typeface="Arial"/>
                <a:ea typeface="Arial"/>
                <a:cs typeface="Arial"/>
              </a:defRPr>
            </a:defPPr>
            <a:lvl1pPr algn="l">
              <a:defRPr sz="900" b="1">
                <a:solidFill>
                  <a:srgbClr val="3DD6C6"/>
                </a:solidFill>
                <a:latin typeface="Arial"/>
                <a:ea typeface="Arial"/>
                <a:cs typeface="Arial"/>
              </a:defRPr>
            </a:lvl1pPr>
            <a:lvl2pPr algn="l">
              <a:defRPr sz="900" b="1">
                <a:solidFill>
                  <a:srgbClr val="3DD6C6"/>
                </a:solidFill>
                <a:latin typeface="Arial"/>
                <a:ea typeface="Arial"/>
                <a:cs typeface="Arial"/>
              </a:defRPr>
            </a:lvl2pPr>
            <a:lvl3pPr algn="l">
              <a:defRPr sz="900" b="1">
                <a:solidFill>
                  <a:srgbClr val="3DD6C6"/>
                </a:solidFill>
                <a:latin typeface="Arial"/>
                <a:ea typeface="Arial"/>
                <a:cs typeface="Arial"/>
              </a:defRPr>
            </a:lvl3pPr>
            <a:lvl4pPr algn="l">
              <a:defRPr sz="900" b="1">
                <a:solidFill>
                  <a:srgbClr val="3DD6C6"/>
                </a:solidFill>
                <a:latin typeface="Arial"/>
                <a:ea typeface="Arial"/>
                <a:cs typeface="Arial"/>
              </a:defRPr>
            </a:lvl4pPr>
            <a:lvl5pPr algn="l">
              <a:defRPr sz="900" b="1">
                <a:solidFill>
                  <a:srgbClr val="3DD6C6"/>
                </a:solidFill>
                <a:latin typeface="Arial"/>
                <a:ea typeface="Arial"/>
                <a:cs typeface="Arial"/>
              </a:defRPr>
            </a:lvl5pPr>
            <a:lvl6pPr algn="l">
              <a:defRPr sz="900" b="1">
                <a:solidFill>
                  <a:srgbClr val="3DD6C6"/>
                </a:solidFill>
                <a:latin typeface="Arial"/>
                <a:ea typeface="Arial"/>
                <a:cs typeface="Arial"/>
              </a:defRPr>
            </a:lvl6pPr>
            <a:lvl7pPr algn="l">
              <a:defRPr sz="900" b="1">
                <a:solidFill>
                  <a:srgbClr val="3DD6C6"/>
                </a:solidFill>
                <a:latin typeface="Arial"/>
                <a:ea typeface="Arial"/>
                <a:cs typeface="Arial"/>
              </a:defRPr>
            </a:lvl7pPr>
            <a:lvl8pPr algn="l">
              <a:defRPr sz="900" b="1">
                <a:solidFill>
                  <a:srgbClr val="3DD6C6"/>
                </a:solidFill>
                <a:latin typeface="Arial"/>
                <a:ea typeface="Arial"/>
                <a:cs typeface="Arial"/>
              </a:defRPr>
            </a:lvl8pPr>
            <a:lvl9pPr algn="l">
              <a:defRPr sz="900" b="1">
                <a:solidFill>
                  <a:srgbClr val="3DD6C6"/>
                </a:solidFill>
                <a:latin typeface="Arial"/>
                <a:ea typeface="Arial"/>
                <a:cs typeface="Arial"/>
              </a:defRPr>
            </a:lvl9pPr>
          </a:lstStyle>
          <a:p xmlns:a="http://schemas.openxmlformats.org/drawingml/2006/main">
            <a:pPr algn="l">
              <a:defRPr sz="900" b="1">
                <a:solidFill>
                  <a:srgbClr val="3DD6C6"/>
                </a:solidFill>
                <a:latin typeface="Arial"/>
                <a:ea typeface="Arial"/>
                <a:cs typeface="Arial"/>
              </a:defRPr>
            </a:pPr>
            <a:r>
              <a:rPr sz="900" b="1">
                <a:solidFill>
                  <a:srgbClr val="3DD6C6"/>
                </a:solidFill>
                <a:latin typeface="Arial"/>
                <a:ea typeface="Arial"/>
                <a:cs typeface="Arial"/>
              </a:rPr>
              <a:t>CHAT EXAMPLE</a:t>
            </a:r>
          </a:p>
        </p:txBody>
      </p:sp>
      <p:sp>
        <p:nvSpPr>
          <p:cNvPr id="38" name="demo-user">
            <a:extLst xmlns:a="http://schemas.openxmlformats.org/drawingml/2006/main">
              <a:ext uri="{FF2B5EF4-FFF2-40B4-BE49-F238E27FC236}">
                <a16:creationId xmlns:a16="http://schemas.microsoft.com/office/drawing/2014/main" id="{698047A4-9CB1-4C4A-8C8E-4E197BEACC65}"/>
              </a:ext>
            </a:extLst>
          </p:cNvPr>
          <p:cNvSpPr>
            <a:spLocks xmlns:a="http://schemas.openxmlformats.org/drawingml/2006/main" noGrp="1"/>
          </p:cNvSpPr>
          <p:nvPr/>
        </p:nvSpPr>
        <p:spPr>
          <a:xfrm xmlns:a="http://schemas.openxmlformats.org/drawingml/2006/main">
            <a:off x="781050" y="4810125"/>
            <a:ext cx="10144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“I’m 60% finished with Dune. Add it to my favorites.”</a:t>
            </a:r>
          </a:p>
        </p:txBody>
      </p:sp>
      <p:sp>
        <p:nvSpPr>
          <p:cNvPr id="39" name="demo-tool-summary">
            <a:extLst xmlns:a="http://schemas.openxmlformats.org/drawingml/2006/main">
              <a:ext uri="{FF2B5EF4-FFF2-40B4-BE49-F238E27FC236}">
                <a16:creationId xmlns:a16="http://schemas.microsoft.com/office/drawing/2014/main" id="{62B8E47D-CFC4-470E-B1E9-F68978E049A8}"/>
              </a:ext>
            </a:extLst>
          </p:cNvPr>
          <p:cNvSpPr>
            <a:spLocks xmlns:a="http://schemas.openxmlformats.org/drawingml/2006/main" noGrp="1"/>
          </p:cNvSpPr>
          <p:nvPr/>
        </p:nvSpPr>
        <p:spPr>
          <a:xfrm xmlns:a="http://schemas.openxmlformats.org/drawingml/2006/main">
            <a:off x="781050" y="5257800"/>
            <a:ext cx="10144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7D8EC"/>
                </a:solidFill>
                <a:latin typeface="Arial"/>
                <a:ea typeface="Arial"/>
                <a:cs typeface="Arial"/>
              </a:defRPr>
            </a:defPPr>
            <a:lvl1pPr algn="l">
              <a:defRPr sz="1125" b="0">
                <a:solidFill>
                  <a:srgbClr val="C7D8EC"/>
                </a:solidFill>
                <a:latin typeface="Arial"/>
                <a:ea typeface="Arial"/>
                <a:cs typeface="Arial"/>
              </a:defRPr>
            </a:lvl1pPr>
            <a:lvl2pPr algn="l">
              <a:defRPr sz="1125" b="0">
                <a:solidFill>
                  <a:srgbClr val="C7D8EC"/>
                </a:solidFill>
                <a:latin typeface="Arial"/>
                <a:ea typeface="Arial"/>
                <a:cs typeface="Arial"/>
              </a:defRPr>
            </a:lvl2pPr>
            <a:lvl3pPr algn="l">
              <a:defRPr sz="1125" b="0">
                <a:solidFill>
                  <a:srgbClr val="C7D8EC"/>
                </a:solidFill>
                <a:latin typeface="Arial"/>
                <a:ea typeface="Arial"/>
                <a:cs typeface="Arial"/>
              </a:defRPr>
            </a:lvl3pPr>
            <a:lvl4pPr algn="l">
              <a:defRPr sz="1125" b="0">
                <a:solidFill>
                  <a:srgbClr val="C7D8EC"/>
                </a:solidFill>
                <a:latin typeface="Arial"/>
                <a:ea typeface="Arial"/>
                <a:cs typeface="Arial"/>
              </a:defRPr>
            </a:lvl4pPr>
            <a:lvl5pPr algn="l">
              <a:defRPr sz="1125" b="0">
                <a:solidFill>
                  <a:srgbClr val="C7D8EC"/>
                </a:solidFill>
                <a:latin typeface="Arial"/>
                <a:ea typeface="Arial"/>
                <a:cs typeface="Arial"/>
              </a:defRPr>
            </a:lvl5pPr>
            <a:lvl6pPr algn="l">
              <a:defRPr sz="1125" b="0">
                <a:solidFill>
                  <a:srgbClr val="C7D8EC"/>
                </a:solidFill>
                <a:latin typeface="Arial"/>
                <a:ea typeface="Arial"/>
                <a:cs typeface="Arial"/>
              </a:defRPr>
            </a:lvl6pPr>
            <a:lvl7pPr algn="l">
              <a:defRPr sz="1125" b="0">
                <a:solidFill>
                  <a:srgbClr val="C7D8EC"/>
                </a:solidFill>
                <a:latin typeface="Arial"/>
                <a:ea typeface="Arial"/>
                <a:cs typeface="Arial"/>
              </a:defRPr>
            </a:lvl7pPr>
            <a:lvl8pPr algn="l">
              <a:defRPr sz="1125" b="0">
                <a:solidFill>
                  <a:srgbClr val="C7D8EC"/>
                </a:solidFill>
                <a:latin typeface="Arial"/>
                <a:ea typeface="Arial"/>
                <a:cs typeface="Arial"/>
              </a:defRPr>
            </a:lvl8pPr>
            <a:lvl9pPr algn="l">
              <a:defRPr sz="1125" b="0">
                <a:solidFill>
                  <a:srgbClr val="C7D8EC"/>
                </a:solidFill>
                <a:latin typeface="Arial"/>
                <a:ea typeface="Arial"/>
                <a:cs typeface="Arial"/>
              </a:defRPr>
            </a:lvl9pPr>
          </a:lstStyle>
          <a:p xmlns:a="http://schemas.openxmlformats.org/drawingml/2006/main">
            <a:pPr algn="l">
              <a:defRPr sz="1125" b="0">
                <a:solidFill>
                  <a:srgbClr val="C7D8EC"/>
                </a:solidFill>
                <a:latin typeface="Arial"/>
                <a:ea typeface="Arial"/>
                <a:cs typeface="Arial"/>
              </a:defRPr>
            </a:pPr>
            <a:r>
              <a:rPr sz="1125" b="0">
                <a:solidFill>
                  <a:srgbClr val="C7D8EC"/>
                </a:solidFill>
                <a:latin typeface="Arial"/>
                <a:ea typeface="Arial"/>
                <a:cs typeface="Arial"/>
              </a:rPr>
              <a:t>Manual progress + favorite tools update the library item in SQLite.</a:t>
            </a:r>
          </a:p>
        </p:txBody>
      </p:sp>
      <p:sp>
        <p:nvSpPr>
          <p:cNvPr id="40" name="demo-no-screenshot">
            <a:extLst xmlns:a="http://schemas.openxmlformats.org/drawingml/2006/main">
              <a:ext uri="{FF2B5EF4-FFF2-40B4-BE49-F238E27FC236}">
                <a16:creationId xmlns:a16="http://schemas.microsoft.com/office/drawing/2014/main" id="{7357465B-3073-40FB-9AEC-3E1AD82CAF38}"/>
              </a:ext>
            </a:extLst>
          </p:cNvPr>
          <p:cNvSpPr>
            <a:spLocks xmlns:a="http://schemas.openxmlformats.org/drawingml/2006/main" noGrp="1"/>
          </p:cNvSpPr>
          <p:nvPr/>
        </p:nvSpPr>
        <p:spPr>
          <a:xfrm xmlns:a="http://schemas.openxmlformats.org/drawingml/2006/main">
            <a:off x="552450" y="5857875"/>
            <a:ext cx="10477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47E"/>
                </a:solidFill>
                <a:latin typeface="Arial"/>
                <a:ea typeface="Arial"/>
                <a:cs typeface="Arial"/>
              </a:defRPr>
            </a:defPPr>
            <a:lvl1pPr algn="l">
              <a:defRPr sz="900" b="0">
                <a:solidFill>
                  <a:srgbClr val="52647E"/>
                </a:solidFill>
                <a:latin typeface="Arial"/>
                <a:ea typeface="Arial"/>
                <a:cs typeface="Arial"/>
              </a:defRPr>
            </a:lvl1pPr>
            <a:lvl2pPr algn="l">
              <a:defRPr sz="900" b="0">
                <a:solidFill>
                  <a:srgbClr val="52647E"/>
                </a:solidFill>
                <a:latin typeface="Arial"/>
                <a:ea typeface="Arial"/>
                <a:cs typeface="Arial"/>
              </a:defRPr>
            </a:lvl2pPr>
            <a:lvl3pPr algn="l">
              <a:defRPr sz="900" b="0">
                <a:solidFill>
                  <a:srgbClr val="52647E"/>
                </a:solidFill>
                <a:latin typeface="Arial"/>
                <a:ea typeface="Arial"/>
                <a:cs typeface="Arial"/>
              </a:defRPr>
            </a:lvl3pPr>
            <a:lvl4pPr algn="l">
              <a:defRPr sz="900" b="0">
                <a:solidFill>
                  <a:srgbClr val="52647E"/>
                </a:solidFill>
                <a:latin typeface="Arial"/>
                <a:ea typeface="Arial"/>
                <a:cs typeface="Arial"/>
              </a:defRPr>
            </a:lvl4pPr>
            <a:lvl5pPr algn="l">
              <a:defRPr sz="900" b="0">
                <a:solidFill>
                  <a:srgbClr val="52647E"/>
                </a:solidFill>
                <a:latin typeface="Arial"/>
                <a:ea typeface="Arial"/>
                <a:cs typeface="Arial"/>
              </a:defRPr>
            </a:lvl5pPr>
            <a:lvl6pPr algn="l">
              <a:defRPr sz="900" b="0">
                <a:solidFill>
                  <a:srgbClr val="52647E"/>
                </a:solidFill>
                <a:latin typeface="Arial"/>
                <a:ea typeface="Arial"/>
                <a:cs typeface="Arial"/>
              </a:defRPr>
            </a:lvl6pPr>
            <a:lvl7pPr algn="l">
              <a:defRPr sz="900" b="0">
                <a:solidFill>
                  <a:srgbClr val="52647E"/>
                </a:solidFill>
                <a:latin typeface="Arial"/>
                <a:ea typeface="Arial"/>
                <a:cs typeface="Arial"/>
              </a:defRPr>
            </a:lvl7pPr>
            <a:lvl8pPr algn="l">
              <a:defRPr sz="900" b="0">
                <a:solidFill>
                  <a:srgbClr val="52647E"/>
                </a:solidFill>
                <a:latin typeface="Arial"/>
                <a:ea typeface="Arial"/>
                <a:cs typeface="Arial"/>
              </a:defRPr>
            </a:lvl8pPr>
            <a:lvl9pPr algn="l">
              <a:defRPr sz="900" b="0">
                <a:solidFill>
                  <a:srgbClr val="52647E"/>
                </a:solidFill>
                <a:latin typeface="Arial"/>
                <a:ea typeface="Arial"/>
                <a:cs typeface="Arial"/>
              </a:defRPr>
            </a:lvl9pPr>
          </a:lstStyle>
          <a:p xmlns:a="http://schemas.openxmlformats.org/drawingml/2006/main">
            <a:pPr algn="l">
              <a:defRPr sz="900" b="0">
                <a:solidFill>
                  <a:srgbClr val="52647E"/>
                </a:solidFill>
                <a:latin typeface="Arial"/>
                <a:ea typeface="Arial"/>
                <a:cs typeface="Arial"/>
              </a:defRPr>
            </a:pPr>
            <a:r>
              <a:rPr sz="900" b="0">
                <a:solidFill>
                  <a:srgbClr val="52647E"/>
                </a:solidFill>
                <a:latin typeface="Arial"/>
                <a:ea typeface="Arial"/>
                <a:cs typeface="Arial"/>
              </a:rPr>
              <a:t>No application screenshots are stored in the repository; this slide shows the verified workflow.</a:t>
            </a:r>
          </a:p>
        </p:txBody>
      </p:sp>
    </p:spTree>
    <p:extLst>
      <p:ext uri="{BB962C8B-B14F-4D97-AF65-F5344CB8AC3E}">
        <p14:creationId xmlns:p14="http://schemas.microsoft.com/office/powerpoint/2010/main" val="2094998786"/>
      </p:ext>
    </p:extLst>
  </p:cSld>
</p:sld>
</file>

<file path=ppt/slides/slide8.xml><?xml version="1.0" encoding="utf-8"?>
<p:sld xmlns:p="http://schemas.openxmlformats.org/presentationml/2006/main">
  <p:cSld>
    <p:bg>
      <p:bgPr>
        <a:solidFill xmlns:a="http://schemas.openxmlformats.org/drawingml/2006/main">
          <a:srgbClr val="F7FAFE"/>
        </a:solidFill>
      </p:bgPr>
    </p:bg>
    <p:spTree>
      <p:nvGrpSpPr>
        <p:cNvPr id="1" name=""/>
        <p:cNvGrpSpPr/>
        <p:nvPr/>
      </p:nvGrpSpPr>
      <p:grpSpPr>
        <a:xfrm xmlns:a="http://schemas.openxmlformats.org/drawingml/2006/main"/>
      </p:grpSpPr>
      <p:sp>
        <p:nvSpPr>
          <p:cNvPr id="30" name="top-accent">
            <a:extLst xmlns:a="http://schemas.openxmlformats.org/drawingml/2006/main">
              <a:ext uri="{FF2B5EF4-FFF2-40B4-BE49-F238E27FC236}">
                <a16:creationId xmlns:a16="http://schemas.microsoft.com/office/drawing/2014/main" id="{B2ADB11B-2CAB-4547-A50B-F772B83E3D0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03BC196F-4DC9-487C-9BF0-6E5DCE6D2DA9}"/>
              </a:ext>
            </a:extLst>
          </p:cNvPr>
          <p:cNvSpPr>
            <a:spLocks xmlns:a="http://schemas.openxmlformats.org/drawingml/2006/main" noGrp="1"/>
          </p:cNvSpPr>
          <p:nvPr/>
        </p:nvSpPr>
        <p:spPr>
          <a:xfrm xmlns:a="http://schemas.openxmlformats.org/drawingml/2006/main">
            <a:off x="552450" y="323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WRAP-UP</a:t>
            </a:r>
          </a:p>
        </p:txBody>
      </p:sp>
      <p:sp>
        <p:nvSpPr>
          <p:cNvPr id="3" name="slide-title">
            <a:extLst xmlns:a="http://schemas.openxmlformats.org/drawingml/2006/main">
              <a:ext uri="{FF2B5EF4-FFF2-40B4-BE49-F238E27FC236}">
                <a16:creationId xmlns:a16="http://schemas.microsoft.com/office/drawing/2014/main" id="{FD3875DC-9377-4EDF-9F5A-7281D56ACDC1}"/>
              </a:ext>
            </a:extLst>
          </p:cNvPr>
          <p:cNvSpPr>
            <a:spLocks xmlns:a="http://schemas.openxmlformats.org/drawingml/2006/main" noGrp="1"/>
          </p:cNvSpPr>
          <p:nvPr/>
        </p:nvSpPr>
        <p:spPr>
          <a:xfrm xmlns:a="http://schemas.openxmlformats.org/drawingml/2006/main">
            <a:off x="552450" y="638175"/>
            <a:ext cx="1085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B1730"/>
                </a:solidFill>
                <a:latin typeface="Arial"/>
                <a:ea typeface="Arial"/>
                <a:cs typeface="Arial"/>
              </a:defRPr>
            </a:defPPr>
            <a:lvl1pPr algn="l">
              <a:defRPr sz="2550" b="1">
                <a:solidFill>
                  <a:srgbClr val="0B1730"/>
                </a:solidFill>
                <a:latin typeface="Arial"/>
                <a:ea typeface="Arial"/>
                <a:cs typeface="Arial"/>
              </a:defRPr>
            </a:lvl1pPr>
            <a:lvl2pPr algn="l">
              <a:defRPr sz="2550" b="1">
                <a:solidFill>
                  <a:srgbClr val="0B1730"/>
                </a:solidFill>
                <a:latin typeface="Arial"/>
                <a:ea typeface="Arial"/>
                <a:cs typeface="Arial"/>
              </a:defRPr>
            </a:lvl2pPr>
            <a:lvl3pPr algn="l">
              <a:defRPr sz="2550" b="1">
                <a:solidFill>
                  <a:srgbClr val="0B1730"/>
                </a:solidFill>
                <a:latin typeface="Arial"/>
                <a:ea typeface="Arial"/>
                <a:cs typeface="Arial"/>
              </a:defRPr>
            </a:lvl3pPr>
            <a:lvl4pPr algn="l">
              <a:defRPr sz="2550" b="1">
                <a:solidFill>
                  <a:srgbClr val="0B1730"/>
                </a:solidFill>
                <a:latin typeface="Arial"/>
                <a:ea typeface="Arial"/>
                <a:cs typeface="Arial"/>
              </a:defRPr>
            </a:lvl4pPr>
            <a:lvl5pPr algn="l">
              <a:defRPr sz="2550" b="1">
                <a:solidFill>
                  <a:srgbClr val="0B1730"/>
                </a:solidFill>
                <a:latin typeface="Arial"/>
                <a:ea typeface="Arial"/>
                <a:cs typeface="Arial"/>
              </a:defRPr>
            </a:lvl5pPr>
            <a:lvl6pPr algn="l">
              <a:defRPr sz="2550" b="1">
                <a:solidFill>
                  <a:srgbClr val="0B1730"/>
                </a:solidFill>
                <a:latin typeface="Arial"/>
                <a:ea typeface="Arial"/>
                <a:cs typeface="Arial"/>
              </a:defRPr>
            </a:lvl6pPr>
            <a:lvl7pPr algn="l">
              <a:defRPr sz="2550" b="1">
                <a:solidFill>
                  <a:srgbClr val="0B1730"/>
                </a:solidFill>
                <a:latin typeface="Arial"/>
                <a:ea typeface="Arial"/>
                <a:cs typeface="Arial"/>
              </a:defRPr>
            </a:lvl7pPr>
            <a:lvl8pPr algn="l">
              <a:defRPr sz="2550" b="1">
                <a:solidFill>
                  <a:srgbClr val="0B1730"/>
                </a:solidFill>
                <a:latin typeface="Arial"/>
                <a:ea typeface="Arial"/>
                <a:cs typeface="Arial"/>
              </a:defRPr>
            </a:lvl8pPr>
            <a:lvl9pPr algn="l">
              <a:defRPr sz="2550" b="1">
                <a:solidFill>
                  <a:srgbClr val="0B1730"/>
                </a:solidFill>
                <a:latin typeface="Arial"/>
                <a:ea typeface="Arial"/>
                <a:cs typeface="Arial"/>
              </a:defRPr>
            </a:lvl9pPr>
          </a:lstStyle>
          <a:p xmlns:a="http://schemas.openxmlformats.org/drawingml/2006/main">
            <a:pPr algn="l">
              <a:defRPr sz="2550" b="1">
                <a:solidFill>
                  <a:srgbClr val="0B1730"/>
                </a:solidFill>
                <a:latin typeface="Arial"/>
                <a:ea typeface="Arial"/>
                <a:cs typeface="Arial"/>
              </a:defRPr>
            </a:pPr>
            <a:r>
              <a:rPr sz="2550" b="1">
                <a:solidFill>
                  <a:srgbClr val="0B1730"/>
                </a:solidFill>
                <a:latin typeface="Arial"/>
                <a:ea typeface="Arial"/>
                <a:cs typeface="Arial"/>
              </a:rPr>
              <a:t>Conclusion and future work</a:t>
            </a:r>
          </a:p>
        </p:txBody>
      </p:sp>
      <p:sp>
        <p:nvSpPr>
          <p:cNvPr id="4" name="footer-line">
            <a:extLst xmlns:a="http://schemas.openxmlformats.org/drawingml/2006/main">
              <a:ext uri="{FF2B5EF4-FFF2-40B4-BE49-F238E27FC236}">
                <a16:creationId xmlns:a16="http://schemas.microsoft.com/office/drawing/2014/main" id="{02705300-7D6F-474D-93BA-58C903019FDD}"/>
              </a:ext>
            </a:extLst>
          </p:cNvPr>
          <p:cNvSpPr>
            <a:spLocks xmlns:a="http://schemas.openxmlformats.org/drawingml/2006/main" noGrp="1"/>
          </p:cNvSpPr>
          <p:nvPr/>
        </p:nvSpPr>
        <p:spPr>
          <a:xfrm xmlns:a="http://schemas.openxmlformats.org/drawingml/2006/main">
            <a:off x="552450" y="6381750"/>
            <a:ext cx="11087100" cy="9525"/>
          </a:xfrm>
          <a:prstGeom xmlns:a="http://schemas.openxmlformats.org/drawingml/2006/main" prst="rect">
            <a:avLst/>
          </a:prstGeom>
          <a:solidFill xmlns:a="http://schemas.openxmlformats.org/drawingml/2006/main">
            <a:srgbClr val="C9D9EC"/>
          </a:solidFill>
          <a:ln xmlns:a="http://schemas.openxmlformats.org/drawingml/2006/main" w="0">
            <a:noFill/>
            <a:prstDash val="solid"/>
          </a:ln>
        </p:spPr>
      </p:sp>
      <p:sp>
        <p:nvSpPr>
          <p:cNvPr id="5" name="footer-brand">
            <a:extLst xmlns:a="http://schemas.openxmlformats.org/drawingml/2006/main">
              <a:ext uri="{FF2B5EF4-FFF2-40B4-BE49-F238E27FC236}">
                <a16:creationId xmlns:a16="http://schemas.microsoft.com/office/drawing/2014/main" id="{C35E0D18-171E-43B0-8463-5D6416691D95}"/>
              </a:ext>
            </a:extLst>
          </p:cNvPr>
          <p:cNvSpPr>
            <a:spLocks xmlns:a="http://schemas.openxmlformats.org/drawingml/2006/main" noGrp="1"/>
          </p:cNvSpPr>
          <p:nvPr/>
        </p:nvSpPr>
        <p:spPr>
          <a:xfrm xmlns:a="http://schemas.openxmlformats.org/drawingml/2006/main">
            <a:off x="552450" y="6486525"/>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52647E"/>
                </a:solidFill>
                <a:latin typeface="Arial"/>
                <a:ea typeface="Arial"/>
                <a:cs typeface="Arial"/>
              </a:defRPr>
            </a:defPPr>
            <a:lvl1pPr algn="l">
              <a:defRPr sz="825" b="1">
                <a:solidFill>
                  <a:srgbClr val="52647E"/>
                </a:solidFill>
                <a:latin typeface="Arial"/>
                <a:ea typeface="Arial"/>
                <a:cs typeface="Arial"/>
              </a:defRPr>
            </a:lvl1pPr>
            <a:lvl2pPr algn="l">
              <a:defRPr sz="825" b="1">
                <a:solidFill>
                  <a:srgbClr val="52647E"/>
                </a:solidFill>
                <a:latin typeface="Arial"/>
                <a:ea typeface="Arial"/>
                <a:cs typeface="Arial"/>
              </a:defRPr>
            </a:lvl2pPr>
            <a:lvl3pPr algn="l">
              <a:defRPr sz="825" b="1">
                <a:solidFill>
                  <a:srgbClr val="52647E"/>
                </a:solidFill>
                <a:latin typeface="Arial"/>
                <a:ea typeface="Arial"/>
                <a:cs typeface="Arial"/>
              </a:defRPr>
            </a:lvl3pPr>
            <a:lvl4pPr algn="l">
              <a:defRPr sz="825" b="1">
                <a:solidFill>
                  <a:srgbClr val="52647E"/>
                </a:solidFill>
                <a:latin typeface="Arial"/>
                <a:ea typeface="Arial"/>
                <a:cs typeface="Arial"/>
              </a:defRPr>
            </a:lvl4pPr>
            <a:lvl5pPr algn="l">
              <a:defRPr sz="825" b="1">
                <a:solidFill>
                  <a:srgbClr val="52647E"/>
                </a:solidFill>
                <a:latin typeface="Arial"/>
                <a:ea typeface="Arial"/>
                <a:cs typeface="Arial"/>
              </a:defRPr>
            </a:lvl5pPr>
            <a:lvl6pPr algn="l">
              <a:defRPr sz="825" b="1">
                <a:solidFill>
                  <a:srgbClr val="52647E"/>
                </a:solidFill>
                <a:latin typeface="Arial"/>
                <a:ea typeface="Arial"/>
                <a:cs typeface="Arial"/>
              </a:defRPr>
            </a:lvl6pPr>
            <a:lvl7pPr algn="l">
              <a:defRPr sz="825" b="1">
                <a:solidFill>
                  <a:srgbClr val="52647E"/>
                </a:solidFill>
                <a:latin typeface="Arial"/>
                <a:ea typeface="Arial"/>
                <a:cs typeface="Arial"/>
              </a:defRPr>
            </a:lvl7pPr>
            <a:lvl8pPr algn="l">
              <a:defRPr sz="825" b="1">
                <a:solidFill>
                  <a:srgbClr val="52647E"/>
                </a:solidFill>
                <a:latin typeface="Arial"/>
                <a:ea typeface="Arial"/>
                <a:cs typeface="Arial"/>
              </a:defRPr>
            </a:lvl8pPr>
            <a:lvl9pPr algn="l">
              <a:defRPr sz="825" b="1">
                <a:solidFill>
                  <a:srgbClr val="52647E"/>
                </a:solidFill>
                <a:latin typeface="Arial"/>
                <a:ea typeface="Arial"/>
                <a:cs typeface="Arial"/>
              </a:defRPr>
            </a:lvl9pPr>
          </a:lstStyle>
          <a:p xmlns:a="http://schemas.openxmlformats.org/drawingml/2006/main">
            <a:pPr algn="l">
              <a:defRPr sz="825" b="1">
                <a:solidFill>
                  <a:srgbClr val="52647E"/>
                </a:solidFill>
                <a:latin typeface="Arial"/>
                <a:ea typeface="Arial"/>
                <a:cs typeface="Arial"/>
              </a:defRPr>
            </a:pPr>
            <a:r>
              <a:rPr sz="825" b="1">
                <a:solidFill>
                  <a:srgbClr val="52647E"/>
                </a:solidFill>
                <a:latin typeface="Arial"/>
                <a:ea typeface="Arial"/>
                <a:cs typeface="Arial"/>
              </a:rPr>
              <a:t>SMART LIBRARY AGENT  ·  AGENTIC AI &amp; LLM</a:t>
            </a:r>
          </a:p>
        </p:txBody>
      </p:sp>
      <p:sp>
        <p:nvSpPr>
          <p:cNvPr id="6" name="page-number">
            <a:extLst xmlns:a="http://schemas.openxmlformats.org/drawingml/2006/main">
              <a:ext uri="{FF2B5EF4-FFF2-40B4-BE49-F238E27FC236}">
                <a16:creationId xmlns:a16="http://schemas.microsoft.com/office/drawing/2014/main" id="{2F53B054-D512-45CD-ADB7-C60F89DE4843}"/>
              </a:ext>
            </a:extLst>
          </p:cNvPr>
          <p:cNvSpPr>
            <a:spLocks xmlns:a="http://schemas.openxmlformats.org/drawingml/2006/main" noGrp="1"/>
          </p:cNvSpPr>
          <p:nvPr/>
        </p:nvSpPr>
        <p:spPr>
          <a:xfrm xmlns:a="http://schemas.openxmlformats.org/drawingml/2006/main">
            <a:off x="11191875" y="64674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2563EB"/>
                </a:solidFill>
                <a:latin typeface="Arial"/>
                <a:ea typeface="Arial"/>
                <a:cs typeface="Arial"/>
              </a:defRPr>
            </a:defPPr>
            <a:lvl1pPr algn="r">
              <a:defRPr sz="975" b="1">
                <a:solidFill>
                  <a:srgbClr val="2563EB"/>
                </a:solidFill>
                <a:latin typeface="Arial"/>
                <a:ea typeface="Arial"/>
                <a:cs typeface="Arial"/>
              </a:defRPr>
            </a:lvl1pPr>
            <a:lvl2pPr algn="r">
              <a:defRPr sz="975" b="1">
                <a:solidFill>
                  <a:srgbClr val="2563EB"/>
                </a:solidFill>
                <a:latin typeface="Arial"/>
                <a:ea typeface="Arial"/>
                <a:cs typeface="Arial"/>
              </a:defRPr>
            </a:lvl2pPr>
            <a:lvl3pPr algn="r">
              <a:defRPr sz="975" b="1">
                <a:solidFill>
                  <a:srgbClr val="2563EB"/>
                </a:solidFill>
                <a:latin typeface="Arial"/>
                <a:ea typeface="Arial"/>
                <a:cs typeface="Arial"/>
              </a:defRPr>
            </a:lvl3pPr>
            <a:lvl4pPr algn="r">
              <a:defRPr sz="975" b="1">
                <a:solidFill>
                  <a:srgbClr val="2563EB"/>
                </a:solidFill>
                <a:latin typeface="Arial"/>
                <a:ea typeface="Arial"/>
                <a:cs typeface="Arial"/>
              </a:defRPr>
            </a:lvl4pPr>
            <a:lvl5pPr algn="r">
              <a:defRPr sz="975" b="1">
                <a:solidFill>
                  <a:srgbClr val="2563EB"/>
                </a:solidFill>
                <a:latin typeface="Arial"/>
                <a:ea typeface="Arial"/>
                <a:cs typeface="Arial"/>
              </a:defRPr>
            </a:lvl5pPr>
            <a:lvl6pPr algn="r">
              <a:defRPr sz="975" b="1">
                <a:solidFill>
                  <a:srgbClr val="2563EB"/>
                </a:solidFill>
                <a:latin typeface="Arial"/>
                <a:ea typeface="Arial"/>
                <a:cs typeface="Arial"/>
              </a:defRPr>
            </a:lvl6pPr>
            <a:lvl7pPr algn="r">
              <a:defRPr sz="975" b="1">
                <a:solidFill>
                  <a:srgbClr val="2563EB"/>
                </a:solidFill>
                <a:latin typeface="Arial"/>
                <a:ea typeface="Arial"/>
                <a:cs typeface="Arial"/>
              </a:defRPr>
            </a:lvl7pPr>
            <a:lvl8pPr algn="r">
              <a:defRPr sz="975" b="1">
                <a:solidFill>
                  <a:srgbClr val="2563EB"/>
                </a:solidFill>
                <a:latin typeface="Arial"/>
                <a:ea typeface="Arial"/>
                <a:cs typeface="Arial"/>
              </a:defRPr>
            </a:lvl8pPr>
            <a:lvl9pPr algn="r">
              <a:defRPr sz="975" b="1">
                <a:solidFill>
                  <a:srgbClr val="2563EB"/>
                </a:solidFill>
                <a:latin typeface="Arial"/>
                <a:ea typeface="Arial"/>
                <a:cs typeface="Arial"/>
              </a:defRPr>
            </a:lvl9pPr>
          </a:lstStyle>
          <a:p xmlns:a="http://schemas.openxmlformats.org/drawingml/2006/main">
            <a:pPr algn="r">
              <a:defRPr sz="975" b="1">
                <a:solidFill>
                  <a:srgbClr val="2563EB"/>
                </a:solidFill>
                <a:latin typeface="Arial"/>
                <a:ea typeface="Arial"/>
                <a:cs typeface="Arial"/>
              </a:defRPr>
            </a:pPr>
            <a:r>
              <a:rPr sz="975" b="1">
                <a:solidFill>
                  <a:srgbClr val="2563EB"/>
                </a:solidFill>
                <a:latin typeface="Arial"/>
                <a:ea typeface="Arial"/>
                <a:cs typeface="Arial"/>
              </a:rPr>
              <a:t>08</a:t>
            </a:r>
          </a:p>
        </p:txBody>
      </p:sp>
      <p:sp>
        <p:nvSpPr>
          <p:cNvPr id="7" name="conclusion-lede">
            <a:extLst xmlns:a="http://schemas.openxmlformats.org/drawingml/2006/main">
              <a:ext uri="{FF2B5EF4-FFF2-40B4-BE49-F238E27FC236}">
                <a16:creationId xmlns:a16="http://schemas.microsoft.com/office/drawing/2014/main" id="{283DBA9A-A35D-4BA3-BA5A-EA3A9033E701}"/>
              </a:ext>
            </a:extLst>
          </p:cNvPr>
          <p:cNvSpPr>
            <a:spLocks xmlns:a="http://schemas.openxmlformats.org/drawingml/2006/main" noGrp="1"/>
          </p:cNvSpPr>
          <p:nvPr/>
        </p:nvSpPr>
        <p:spPr>
          <a:xfrm xmlns:a="http://schemas.openxmlformats.org/drawingml/2006/main">
            <a:off x="552450" y="13811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0B1730"/>
                </a:solidFill>
                <a:latin typeface="Arial"/>
                <a:ea typeface="Arial"/>
                <a:cs typeface="Arial"/>
              </a:defRPr>
            </a:defPPr>
            <a:lvl1pPr algn="l">
              <a:defRPr sz="1575" b="1">
                <a:solidFill>
                  <a:srgbClr val="0B1730"/>
                </a:solidFill>
                <a:latin typeface="Arial"/>
                <a:ea typeface="Arial"/>
                <a:cs typeface="Arial"/>
              </a:defRPr>
            </a:lvl1pPr>
            <a:lvl2pPr algn="l">
              <a:defRPr sz="1575" b="1">
                <a:solidFill>
                  <a:srgbClr val="0B1730"/>
                </a:solidFill>
                <a:latin typeface="Arial"/>
                <a:ea typeface="Arial"/>
                <a:cs typeface="Arial"/>
              </a:defRPr>
            </a:lvl2pPr>
            <a:lvl3pPr algn="l">
              <a:defRPr sz="1575" b="1">
                <a:solidFill>
                  <a:srgbClr val="0B1730"/>
                </a:solidFill>
                <a:latin typeface="Arial"/>
                <a:ea typeface="Arial"/>
                <a:cs typeface="Arial"/>
              </a:defRPr>
            </a:lvl3pPr>
            <a:lvl4pPr algn="l">
              <a:defRPr sz="1575" b="1">
                <a:solidFill>
                  <a:srgbClr val="0B1730"/>
                </a:solidFill>
                <a:latin typeface="Arial"/>
                <a:ea typeface="Arial"/>
                <a:cs typeface="Arial"/>
              </a:defRPr>
            </a:lvl4pPr>
            <a:lvl5pPr algn="l">
              <a:defRPr sz="1575" b="1">
                <a:solidFill>
                  <a:srgbClr val="0B1730"/>
                </a:solidFill>
                <a:latin typeface="Arial"/>
                <a:ea typeface="Arial"/>
                <a:cs typeface="Arial"/>
              </a:defRPr>
            </a:lvl5pPr>
            <a:lvl6pPr algn="l">
              <a:defRPr sz="1575" b="1">
                <a:solidFill>
                  <a:srgbClr val="0B1730"/>
                </a:solidFill>
                <a:latin typeface="Arial"/>
                <a:ea typeface="Arial"/>
                <a:cs typeface="Arial"/>
              </a:defRPr>
            </a:lvl6pPr>
            <a:lvl7pPr algn="l">
              <a:defRPr sz="1575" b="1">
                <a:solidFill>
                  <a:srgbClr val="0B1730"/>
                </a:solidFill>
                <a:latin typeface="Arial"/>
                <a:ea typeface="Arial"/>
                <a:cs typeface="Arial"/>
              </a:defRPr>
            </a:lvl7pPr>
            <a:lvl8pPr algn="l">
              <a:defRPr sz="1575" b="1">
                <a:solidFill>
                  <a:srgbClr val="0B1730"/>
                </a:solidFill>
                <a:latin typeface="Arial"/>
                <a:ea typeface="Arial"/>
                <a:cs typeface="Arial"/>
              </a:defRPr>
            </a:lvl8pPr>
            <a:lvl9pPr algn="l">
              <a:defRPr sz="1575" b="1">
                <a:solidFill>
                  <a:srgbClr val="0B1730"/>
                </a:solidFill>
                <a:latin typeface="Arial"/>
                <a:ea typeface="Arial"/>
                <a:cs typeface="Arial"/>
              </a:defRPr>
            </a:lvl9pPr>
          </a:lstStyle>
          <a:p xmlns:a="http://schemas.openxmlformats.org/drawingml/2006/main">
            <a:pPr algn="l">
              <a:defRPr sz="1575" b="1">
                <a:solidFill>
                  <a:srgbClr val="0B1730"/>
                </a:solidFill>
                <a:latin typeface="Arial"/>
                <a:ea typeface="Arial"/>
                <a:cs typeface="Arial"/>
              </a:defRPr>
            </a:pPr>
            <a:r>
              <a:rPr sz="1575" b="1">
                <a:solidFill>
                  <a:srgbClr val="0B1730"/>
                </a:solidFill>
                <a:latin typeface="Arial"/>
                <a:ea typeface="Arial"/>
                <a:cs typeface="Arial"/>
              </a:rPr>
              <a:t>A focused demonstration of one AI agent coordinating tools and local reading memory.</a:t>
            </a:r>
          </a:p>
        </p:txBody>
      </p:sp>
      <p:sp>
        <p:nvSpPr>
          <p:cNvPr id="8" name="conclusion-left">
            <a:extLst xmlns:a="http://schemas.openxmlformats.org/drawingml/2006/main">
              <a:ext uri="{FF2B5EF4-FFF2-40B4-BE49-F238E27FC236}">
                <a16:creationId xmlns:a16="http://schemas.microsoft.com/office/drawing/2014/main" id="{FDFBAA71-0997-441A-A1D4-6026E7CA9131}"/>
              </a:ext>
            </a:extLst>
          </p:cNvPr>
          <p:cNvSpPr>
            <a:spLocks xmlns:a="http://schemas.openxmlformats.org/drawingml/2006/main" noGrp="1"/>
          </p:cNvSpPr>
          <p:nvPr/>
        </p:nvSpPr>
        <p:spPr>
          <a:xfrm xmlns:a="http://schemas.openxmlformats.org/drawingml/2006/main">
            <a:off x="552450" y="2114550"/>
            <a:ext cx="5191125" cy="327660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9525">
            <a:solidFill>
              <a:srgbClr val="C9D9EC"/>
            </a:solidFill>
            <a:prstDash val="solid"/>
          </a:ln>
        </p:spPr>
      </p:sp>
      <p:sp>
        <p:nvSpPr>
          <p:cNvPr id="9" name="conclusion-heading">
            <a:extLst xmlns:a="http://schemas.openxmlformats.org/drawingml/2006/main">
              <a:ext uri="{FF2B5EF4-FFF2-40B4-BE49-F238E27FC236}">
                <a16:creationId xmlns:a16="http://schemas.microsoft.com/office/drawing/2014/main" id="{FD906400-9038-47A0-A9B4-4BEBC2844F6F}"/>
              </a:ext>
            </a:extLst>
          </p:cNvPr>
          <p:cNvSpPr>
            <a:spLocks xmlns:a="http://schemas.openxmlformats.org/drawingml/2006/main" noGrp="1"/>
          </p:cNvSpPr>
          <p:nvPr/>
        </p:nvSpPr>
        <p:spPr>
          <a:xfrm xmlns:a="http://schemas.openxmlformats.org/drawingml/2006/main">
            <a:off x="781050" y="2343150"/>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563EB"/>
                </a:solidFill>
                <a:latin typeface="Arial"/>
                <a:ea typeface="Arial"/>
                <a:cs typeface="Arial"/>
              </a:defRPr>
            </a:defPPr>
            <a:lvl1pPr algn="l">
              <a:defRPr sz="1050" b="1">
                <a:solidFill>
                  <a:srgbClr val="2563EB"/>
                </a:solidFill>
                <a:latin typeface="Arial"/>
                <a:ea typeface="Arial"/>
                <a:cs typeface="Arial"/>
              </a:defRPr>
            </a:lvl1pPr>
            <a:lvl2pPr algn="l">
              <a:defRPr sz="1050" b="1">
                <a:solidFill>
                  <a:srgbClr val="2563EB"/>
                </a:solidFill>
                <a:latin typeface="Arial"/>
                <a:ea typeface="Arial"/>
                <a:cs typeface="Arial"/>
              </a:defRPr>
            </a:lvl2pPr>
            <a:lvl3pPr algn="l">
              <a:defRPr sz="1050" b="1">
                <a:solidFill>
                  <a:srgbClr val="2563EB"/>
                </a:solidFill>
                <a:latin typeface="Arial"/>
                <a:ea typeface="Arial"/>
                <a:cs typeface="Arial"/>
              </a:defRPr>
            </a:lvl3pPr>
            <a:lvl4pPr algn="l">
              <a:defRPr sz="1050" b="1">
                <a:solidFill>
                  <a:srgbClr val="2563EB"/>
                </a:solidFill>
                <a:latin typeface="Arial"/>
                <a:ea typeface="Arial"/>
                <a:cs typeface="Arial"/>
              </a:defRPr>
            </a:lvl4pPr>
            <a:lvl5pPr algn="l">
              <a:defRPr sz="1050" b="1">
                <a:solidFill>
                  <a:srgbClr val="2563EB"/>
                </a:solidFill>
                <a:latin typeface="Arial"/>
                <a:ea typeface="Arial"/>
                <a:cs typeface="Arial"/>
              </a:defRPr>
            </a:lvl5pPr>
            <a:lvl6pPr algn="l">
              <a:defRPr sz="1050" b="1">
                <a:solidFill>
                  <a:srgbClr val="2563EB"/>
                </a:solidFill>
                <a:latin typeface="Arial"/>
                <a:ea typeface="Arial"/>
                <a:cs typeface="Arial"/>
              </a:defRPr>
            </a:lvl6pPr>
            <a:lvl7pPr algn="l">
              <a:defRPr sz="1050" b="1">
                <a:solidFill>
                  <a:srgbClr val="2563EB"/>
                </a:solidFill>
                <a:latin typeface="Arial"/>
                <a:ea typeface="Arial"/>
                <a:cs typeface="Arial"/>
              </a:defRPr>
            </a:lvl7pPr>
            <a:lvl8pPr algn="l">
              <a:defRPr sz="1050" b="1">
                <a:solidFill>
                  <a:srgbClr val="2563EB"/>
                </a:solidFill>
                <a:latin typeface="Arial"/>
                <a:ea typeface="Arial"/>
                <a:cs typeface="Arial"/>
              </a:defRPr>
            </a:lvl8pPr>
            <a:lvl9pPr algn="l">
              <a:defRPr sz="1050" b="1">
                <a:solidFill>
                  <a:srgbClr val="2563EB"/>
                </a:solidFill>
                <a:latin typeface="Arial"/>
                <a:ea typeface="Arial"/>
                <a:cs typeface="Arial"/>
              </a:defRPr>
            </a:lvl9pPr>
          </a:lstStyle>
          <a:p xmlns:a="http://schemas.openxmlformats.org/drawingml/2006/main">
            <a:pPr algn="l">
              <a:defRPr sz="1050" b="1">
                <a:solidFill>
                  <a:srgbClr val="2563EB"/>
                </a:solidFill>
                <a:latin typeface="Arial"/>
                <a:ea typeface="Arial"/>
                <a:cs typeface="Arial"/>
              </a:defRPr>
            </a:pPr>
            <a:r>
              <a:rPr sz="1050" b="1">
                <a:solidFill>
                  <a:srgbClr val="2563EB"/>
                </a:solidFill>
                <a:latin typeface="Arial"/>
                <a:ea typeface="Arial"/>
                <a:cs typeface="Arial"/>
              </a:rPr>
              <a:t>DELIVERED IN VERSION 1</a:t>
            </a:r>
          </a:p>
        </p:txBody>
      </p:sp>
      <p:sp>
        <p:nvSpPr>
          <p:cNvPr id="10" name="conclusion-dot-0">
            <a:extLst xmlns:a="http://schemas.openxmlformats.org/drawingml/2006/main">
              <a:ext uri="{FF2B5EF4-FFF2-40B4-BE49-F238E27FC236}">
                <a16:creationId xmlns:a16="http://schemas.microsoft.com/office/drawing/2014/main" id="{562F21CA-E0C7-4404-9BCF-54DEBE2A11DF}"/>
              </a:ext>
            </a:extLst>
          </p:cNvPr>
          <p:cNvSpPr>
            <a:spLocks xmlns:a="http://schemas.openxmlformats.org/drawingml/2006/main" noGrp="1"/>
          </p:cNvSpPr>
          <p:nvPr/>
        </p:nvSpPr>
        <p:spPr>
          <a:xfrm xmlns:a="http://schemas.openxmlformats.org/drawingml/2006/main">
            <a:off x="790575" y="2847975"/>
            <a:ext cx="95250" cy="95250"/>
          </a:xfrm>
          <a:prstGeom xmlns:a="http://schemas.openxmlformats.org/drawingml/2006/main" prst="ellipse">
            <a:avLst/>
          </a:prstGeom>
          <a:solidFill xmlns:a="http://schemas.openxmlformats.org/drawingml/2006/main">
            <a:srgbClr val="3DD6C6"/>
          </a:solidFill>
          <a:ln xmlns:a="http://schemas.openxmlformats.org/drawingml/2006/main" w="0">
            <a:noFill/>
            <a:prstDash val="solid"/>
          </a:ln>
        </p:spPr>
      </p:sp>
      <p:sp>
        <p:nvSpPr>
          <p:cNvPr id="11" name="conclusion-item-0">
            <a:extLst xmlns:a="http://schemas.openxmlformats.org/drawingml/2006/main">
              <a:ext uri="{FF2B5EF4-FFF2-40B4-BE49-F238E27FC236}">
                <a16:creationId xmlns:a16="http://schemas.microsoft.com/office/drawing/2014/main" id="{AAF3F6F5-8BBE-4DCB-B6DC-55CDE7CF9124}"/>
              </a:ext>
            </a:extLst>
          </p:cNvPr>
          <p:cNvSpPr>
            <a:spLocks xmlns:a="http://schemas.openxmlformats.org/drawingml/2006/main" noGrp="1"/>
          </p:cNvSpPr>
          <p:nvPr/>
        </p:nvSpPr>
        <p:spPr>
          <a:xfrm xmlns:a="http://schemas.openxmlformats.org/drawingml/2006/main">
            <a:off x="1028700" y="2771775"/>
            <a:ext cx="433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Natural-language, tool-calling workflow</a:t>
            </a:r>
          </a:p>
        </p:txBody>
      </p:sp>
      <p:sp>
        <p:nvSpPr>
          <p:cNvPr id="12" name="conclusion-dot-1">
            <a:extLst xmlns:a="http://schemas.openxmlformats.org/drawingml/2006/main">
              <a:ext uri="{FF2B5EF4-FFF2-40B4-BE49-F238E27FC236}">
                <a16:creationId xmlns:a16="http://schemas.microsoft.com/office/drawing/2014/main" id="{A7C3F14D-5489-4D0C-9ACA-83B9D34ED642}"/>
              </a:ext>
            </a:extLst>
          </p:cNvPr>
          <p:cNvSpPr>
            <a:spLocks xmlns:a="http://schemas.openxmlformats.org/drawingml/2006/main" noGrp="1"/>
          </p:cNvSpPr>
          <p:nvPr/>
        </p:nvSpPr>
        <p:spPr>
          <a:xfrm xmlns:a="http://schemas.openxmlformats.org/drawingml/2006/main">
            <a:off x="790575" y="3381375"/>
            <a:ext cx="95250" cy="95250"/>
          </a:xfrm>
          <a:prstGeom xmlns:a="http://schemas.openxmlformats.org/drawingml/2006/main" prst="ellipse">
            <a:avLst/>
          </a:prstGeom>
          <a:solidFill xmlns:a="http://schemas.openxmlformats.org/drawingml/2006/main">
            <a:srgbClr val="3DD6C6"/>
          </a:solidFill>
          <a:ln xmlns:a="http://schemas.openxmlformats.org/drawingml/2006/main" w="0">
            <a:noFill/>
            <a:prstDash val="solid"/>
          </a:ln>
        </p:spPr>
      </p:sp>
      <p:sp>
        <p:nvSpPr>
          <p:cNvPr id="13" name="conclusion-item-1">
            <a:extLst xmlns:a="http://schemas.openxmlformats.org/drawingml/2006/main">
              <a:ext uri="{FF2B5EF4-FFF2-40B4-BE49-F238E27FC236}">
                <a16:creationId xmlns:a16="http://schemas.microsoft.com/office/drawing/2014/main" id="{CE4BDEDD-5022-4EE0-BD84-41A680EC2CF1}"/>
              </a:ext>
            </a:extLst>
          </p:cNvPr>
          <p:cNvSpPr>
            <a:spLocks xmlns:a="http://schemas.openxmlformats.org/drawingml/2006/main" noGrp="1"/>
          </p:cNvSpPr>
          <p:nvPr/>
        </p:nvSpPr>
        <p:spPr>
          <a:xfrm xmlns:a="http://schemas.openxmlformats.org/drawingml/2006/main">
            <a:off x="1028700" y="3305175"/>
            <a:ext cx="433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Local-first personal library index</a:t>
            </a:r>
          </a:p>
        </p:txBody>
      </p:sp>
      <p:sp>
        <p:nvSpPr>
          <p:cNvPr id="14" name="conclusion-dot-2">
            <a:extLst xmlns:a="http://schemas.openxmlformats.org/drawingml/2006/main">
              <a:ext uri="{FF2B5EF4-FFF2-40B4-BE49-F238E27FC236}">
                <a16:creationId xmlns:a16="http://schemas.microsoft.com/office/drawing/2014/main" id="{73F04C4D-1130-49D1-8BAC-FB9C408D12D0}"/>
              </a:ext>
            </a:extLst>
          </p:cNvPr>
          <p:cNvSpPr>
            <a:spLocks xmlns:a="http://schemas.openxmlformats.org/drawingml/2006/main" noGrp="1"/>
          </p:cNvSpPr>
          <p:nvPr/>
        </p:nvSpPr>
        <p:spPr>
          <a:xfrm xmlns:a="http://schemas.openxmlformats.org/drawingml/2006/main">
            <a:off x="790575" y="3914775"/>
            <a:ext cx="95250" cy="95250"/>
          </a:xfrm>
          <a:prstGeom xmlns:a="http://schemas.openxmlformats.org/drawingml/2006/main" prst="ellipse">
            <a:avLst/>
          </a:prstGeom>
          <a:solidFill xmlns:a="http://schemas.openxmlformats.org/drawingml/2006/main">
            <a:srgbClr val="3DD6C6"/>
          </a:solidFill>
          <a:ln xmlns:a="http://schemas.openxmlformats.org/drawingml/2006/main" w="0">
            <a:noFill/>
            <a:prstDash val="solid"/>
          </a:ln>
        </p:spPr>
      </p:sp>
      <p:sp>
        <p:nvSpPr>
          <p:cNvPr id="15" name="conclusion-item-2">
            <a:extLst xmlns:a="http://schemas.openxmlformats.org/drawingml/2006/main">
              <a:ext uri="{FF2B5EF4-FFF2-40B4-BE49-F238E27FC236}">
                <a16:creationId xmlns:a16="http://schemas.microsoft.com/office/drawing/2014/main" id="{8CBDEA35-743D-45DC-99A9-811CD3F43C7D}"/>
              </a:ext>
            </a:extLst>
          </p:cNvPr>
          <p:cNvSpPr>
            <a:spLocks xmlns:a="http://schemas.openxmlformats.org/drawingml/2006/main" noGrp="1"/>
          </p:cNvSpPr>
          <p:nvPr/>
        </p:nvSpPr>
        <p:spPr>
          <a:xfrm xmlns:a="http://schemas.openxmlformats.org/drawingml/2006/main">
            <a:off x="1028700" y="3838575"/>
            <a:ext cx="433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Manual reading state and preferences</a:t>
            </a:r>
          </a:p>
        </p:txBody>
      </p:sp>
      <p:sp>
        <p:nvSpPr>
          <p:cNvPr id="16" name="conclusion-dot-3">
            <a:extLst xmlns:a="http://schemas.openxmlformats.org/drawingml/2006/main">
              <a:ext uri="{FF2B5EF4-FFF2-40B4-BE49-F238E27FC236}">
                <a16:creationId xmlns:a16="http://schemas.microsoft.com/office/drawing/2014/main" id="{FC08C736-C77C-453C-8800-E674BFEA4E62}"/>
              </a:ext>
            </a:extLst>
          </p:cNvPr>
          <p:cNvSpPr>
            <a:spLocks xmlns:a="http://schemas.openxmlformats.org/drawingml/2006/main" noGrp="1"/>
          </p:cNvSpPr>
          <p:nvPr/>
        </p:nvSpPr>
        <p:spPr>
          <a:xfrm xmlns:a="http://schemas.openxmlformats.org/drawingml/2006/main">
            <a:off x="790575" y="4448175"/>
            <a:ext cx="95250" cy="95250"/>
          </a:xfrm>
          <a:prstGeom xmlns:a="http://schemas.openxmlformats.org/drawingml/2006/main" prst="ellipse">
            <a:avLst/>
          </a:prstGeom>
          <a:solidFill xmlns:a="http://schemas.openxmlformats.org/drawingml/2006/main">
            <a:srgbClr val="3DD6C6"/>
          </a:solidFill>
          <a:ln xmlns:a="http://schemas.openxmlformats.org/drawingml/2006/main" w="0">
            <a:noFill/>
            <a:prstDash val="solid"/>
          </a:ln>
        </p:spPr>
      </p:sp>
      <p:sp>
        <p:nvSpPr>
          <p:cNvPr id="17" name="conclusion-item-3">
            <a:extLst xmlns:a="http://schemas.openxmlformats.org/drawingml/2006/main">
              <a:ext uri="{FF2B5EF4-FFF2-40B4-BE49-F238E27FC236}">
                <a16:creationId xmlns:a16="http://schemas.microsoft.com/office/drawing/2014/main" id="{17C030CB-D7F6-4807-A178-2C8C87DA592F}"/>
              </a:ext>
            </a:extLst>
          </p:cNvPr>
          <p:cNvSpPr>
            <a:spLocks xmlns:a="http://schemas.openxmlformats.org/drawingml/2006/main" noGrp="1"/>
          </p:cNvSpPr>
          <p:nvPr/>
        </p:nvSpPr>
        <p:spPr>
          <a:xfrm xmlns:a="http://schemas.openxmlformats.org/drawingml/2006/main">
            <a:off x="1028700" y="4371975"/>
            <a:ext cx="4333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Catalog-enriched discovery and recommendations</a:t>
            </a:r>
          </a:p>
        </p:txBody>
      </p:sp>
      <p:sp>
        <p:nvSpPr>
          <p:cNvPr id="18" name="future-right">
            <a:extLst xmlns:a="http://schemas.openxmlformats.org/drawingml/2006/main">
              <a:ext uri="{FF2B5EF4-FFF2-40B4-BE49-F238E27FC236}">
                <a16:creationId xmlns:a16="http://schemas.microsoft.com/office/drawing/2014/main" id="{C138E09F-084F-4D13-BB5E-82934175B688}"/>
              </a:ext>
            </a:extLst>
          </p:cNvPr>
          <p:cNvSpPr>
            <a:spLocks xmlns:a="http://schemas.openxmlformats.org/drawingml/2006/main" noGrp="1"/>
          </p:cNvSpPr>
          <p:nvPr/>
        </p:nvSpPr>
        <p:spPr>
          <a:xfrm xmlns:a="http://schemas.openxmlformats.org/drawingml/2006/main">
            <a:off x="5991225" y="2114550"/>
            <a:ext cx="5372100" cy="3276600"/>
          </a:xfrm>
          <a:prstGeom xmlns:a="http://schemas.openxmlformats.org/drawingml/2006/main" prst="roundRect">
            <a:avLst>
              <a:gd name="adj" fmla="val 3488"/>
            </a:avLst>
          </a:prstGeom>
          <a:solidFill xmlns:a="http://schemas.openxmlformats.org/drawingml/2006/main">
            <a:srgbClr val="EFF6FF"/>
          </a:solidFill>
          <a:ln xmlns:a="http://schemas.openxmlformats.org/drawingml/2006/main" w="9525">
            <a:solidFill>
              <a:srgbClr val="C9D9EC"/>
            </a:solidFill>
            <a:prstDash val="solid"/>
          </a:ln>
        </p:spPr>
      </p:sp>
      <p:sp>
        <p:nvSpPr>
          <p:cNvPr id="19" name="future-heading">
            <a:extLst xmlns:a="http://schemas.openxmlformats.org/drawingml/2006/main">
              <a:ext uri="{FF2B5EF4-FFF2-40B4-BE49-F238E27FC236}">
                <a16:creationId xmlns:a16="http://schemas.microsoft.com/office/drawing/2014/main" id="{7955DDF4-E1F3-4FD4-BD04-BB7039CC4104}"/>
              </a:ext>
            </a:extLst>
          </p:cNvPr>
          <p:cNvSpPr>
            <a:spLocks xmlns:a="http://schemas.openxmlformats.org/drawingml/2006/main" noGrp="1"/>
          </p:cNvSpPr>
          <p:nvPr/>
        </p:nvSpPr>
        <p:spPr>
          <a:xfrm xmlns:a="http://schemas.openxmlformats.org/drawingml/2006/main">
            <a:off x="6219825" y="2343150"/>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563EB"/>
                </a:solidFill>
                <a:latin typeface="Arial"/>
                <a:ea typeface="Arial"/>
                <a:cs typeface="Arial"/>
              </a:defRPr>
            </a:defPPr>
            <a:lvl1pPr algn="l">
              <a:defRPr sz="1050" b="1">
                <a:solidFill>
                  <a:srgbClr val="2563EB"/>
                </a:solidFill>
                <a:latin typeface="Arial"/>
                <a:ea typeface="Arial"/>
                <a:cs typeface="Arial"/>
              </a:defRPr>
            </a:lvl1pPr>
            <a:lvl2pPr algn="l">
              <a:defRPr sz="1050" b="1">
                <a:solidFill>
                  <a:srgbClr val="2563EB"/>
                </a:solidFill>
                <a:latin typeface="Arial"/>
                <a:ea typeface="Arial"/>
                <a:cs typeface="Arial"/>
              </a:defRPr>
            </a:lvl2pPr>
            <a:lvl3pPr algn="l">
              <a:defRPr sz="1050" b="1">
                <a:solidFill>
                  <a:srgbClr val="2563EB"/>
                </a:solidFill>
                <a:latin typeface="Arial"/>
                <a:ea typeface="Arial"/>
                <a:cs typeface="Arial"/>
              </a:defRPr>
            </a:lvl3pPr>
            <a:lvl4pPr algn="l">
              <a:defRPr sz="1050" b="1">
                <a:solidFill>
                  <a:srgbClr val="2563EB"/>
                </a:solidFill>
                <a:latin typeface="Arial"/>
                <a:ea typeface="Arial"/>
                <a:cs typeface="Arial"/>
              </a:defRPr>
            </a:lvl4pPr>
            <a:lvl5pPr algn="l">
              <a:defRPr sz="1050" b="1">
                <a:solidFill>
                  <a:srgbClr val="2563EB"/>
                </a:solidFill>
                <a:latin typeface="Arial"/>
                <a:ea typeface="Arial"/>
                <a:cs typeface="Arial"/>
              </a:defRPr>
            </a:lvl5pPr>
            <a:lvl6pPr algn="l">
              <a:defRPr sz="1050" b="1">
                <a:solidFill>
                  <a:srgbClr val="2563EB"/>
                </a:solidFill>
                <a:latin typeface="Arial"/>
                <a:ea typeface="Arial"/>
                <a:cs typeface="Arial"/>
              </a:defRPr>
            </a:lvl6pPr>
            <a:lvl7pPr algn="l">
              <a:defRPr sz="1050" b="1">
                <a:solidFill>
                  <a:srgbClr val="2563EB"/>
                </a:solidFill>
                <a:latin typeface="Arial"/>
                <a:ea typeface="Arial"/>
                <a:cs typeface="Arial"/>
              </a:defRPr>
            </a:lvl7pPr>
            <a:lvl8pPr algn="l">
              <a:defRPr sz="1050" b="1">
                <a:solidFill>
                  <a:srgbClr val="2563EB"/>
                </a:solidFill>
                <a:latin typeface="Arial"/>
                <a:ea typeface="Arial"/>
                <a:cs typeface="Arial"/>
              </a:defRPr>
            </a:lvl8pPr>
            <a:lvl9pPr algn="l">
              <a:defRPr sz="1050" b="1">
                <a:solidFill>
                  <a:srgbClr val="2563EB"/>
                </a:solidFill>
                <a:latin typeface="Arial"/>
                <a:ea typeface="Arial"/>
                <a:cs typeface="Arial"/>
              </a:defRPr>
            </a:lvl9pPr>
          </a:lstStyle>
          <a:p xmlns:a="http://schemas.openxmlformats.org/drawingml/2006/main">
            <a:pPr algn="l">
              <a:defRPr sz="1050" b="1">
                <a:solidFill>
                  <a:srgbClr val="2563EB"/>
                </a:solidFill>
                <a:latin typeface="Arial"/>
                <a:ea typeface="Arial"/>
                <a:cs typeface="Arial"/>
              </a:defRPr>
            </a:pPr>
            <a:r>
              <a:rPr sz="1050" b="1">
                <a:solidFill>
                  <a:srgbClr val="2563EB"/>
                </a:solidFill>
                <a:latin typeface="Arial"/>
                <a:ea typeface="Arial"/>
                <a:cs typeface="Arial"/>
              </a:rPr>
              <a:t>POSSIBLE FUTURE WORK</a:t>
            </a:r>
          </a:p>
        </p:txBody>
      </p:sp>
      <p:sp>
        <p:nvSpPr>
          <p:cNvPr id="20" name="future-index-0">
            <a:extLst xmlns:a="http://schemas.openxmlformats.org/drawingml/2006/main">
              <a:ext uri="{FF2B5EF4-FFF2-40B4-BE49-F238E27FC236}">
                <a16:creationId xmlns:a16="http://schemas.microsoft.com/office/drawing/2014/main" id="{3A9C0A99-C7B8-4D36-A507-278FC0DDCE3C}"/>
              </a:ext>
            </a:extLst>
          </p:cNvPr>
          <p:cNvSpPr>
            <a:spLocks xmlns:a="http://schemas.openxmlformats.org/drawingml/2006/main" noGrp="1"/>
          </p:cNvSpPr>
          <p:nvPr/>
        </p:nvSpPr>
        <p:spPr>
          <a:xfrm xmlns:a="http://schemas.openxmlformats.org/drawingml/2006/main">
            <a:off x="6238875" y="27908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01</a:t>
            </a:r>
          </a:p>
        </p:txBody>
      </p:sp>
      <p:sp>
        <p:nvSpPr>
          <p:cNvPr id="21" name="future-item-0">
            <a:extLst xmlns:a="http://schemas.openxmlformats.org/drawingml/2006/main">
              <a:ext uri="{FF2B5EF4-FFF2-40B4-BE49-F238E27FC236}">
                <a16:creationId xmlns:a16="http://schemas.microsoft.com/office/drawing/2014/main" id="{734346C5-3C88-463D-B197-1848F8610855}"/>
              </a:ext>
            </a:extLst>
          </p:cNvPr>
          <p:cNvSpPr>
            <a:spLocks xmlns:a="http://schemas.openxmlformats.org/drawingml/2006/main" noGrp="1"/>
          </p:cNvSpPr>
          <p:nvPr/>
        </p:nvSpPr>
        <p:spPr>
          <a:xfrm xmlns:a="http://schemas.openxmlformats.org/drawingml/2006/main">
            <a:off x="6667500" y="2743200"/>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OCR for scanned PDFs</a:t>
            </a:r>
          </a:p>
        </p:txBody>
      </p:sp>
      <p:sp>
        <p:nvSpPr>
          <p:cNvPr id="22" name="future-index-1">
            <a:extLst xmlns:a="http://schemas.openxmlformats.org/drawingml/2006/main">
              <a:ext uri="{FF2B5EF4-FFF2-40B4-BE49-F238E27FC236}">
                <a16:creationId xmlns:a16="http://schemas.microsoft.com/office/drawing/2014/main" id="{C9A3475A-71DB-498B-BA92-E818E44622E3}"/>
              </a:ext>
            </a:extLst>
          </p:cNvPr>
          <p:cNvSpPr>
            <a:spLocks xmlns:a="http://schemas.openxmlformats.org/drawingml/2006/main" noGrp="1"/>
          </p:cNvSpPr>
          <p:nvPr/>
        </p:nvSpPr>
        <p:spPr>
          <a:xfrm xmlns:a="http://schemas.openxmlformats.org/drawingml/2006/main">
            <a:off x="6238875" y="33242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02</a:t>
            </a:r>
          </a:p>
        </p:txBody>
      </p:sp>
      <p:sp>
        <p:nvSpPr>
          <p:cNvPr id="23" name="future-item-1">
            <a:extLst xmlns:a="http://schemas.openxmlformats.org/drawingml/2006/main">
              <a:ext uri="{FF2B5EF4-FFF2-40B4-BE49-F238E27FC236}">
                <a16:creationId xmlns:a16="http://schemas.microsoft.com/office/drawing/2014/main" id="{DC975836-F169-48DD-987A-2BACD2C8451B}"/>
              </a:ext>
            </a:extLst>
          </p:cNvPr>
          <p:cNvSpPr>
            <a:spLocks xmlns:a="http://schemas.openxmlformats.org/drawingml/2006/main" noGrp="1"/>
          </p:cNvSpPr>
          <p:nvPr/>
        </p:nvSpPr>
        <p:spPr>
          <a:xfrm xmlns:a="http://schemas.openxmlformats.org/drawingml/2006/main">
            <a:off x="6667500" y="3276600"/>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Semantic search and book-content RAG</a:t>
            </a:r>
          </a:p>
        </p:txBody>
      </p:sp>
      <p:sp>
        <p:nvSpPr>
          <p:cNvPr id="24" name="future-index-2">
            <a:extLst xmlns:a="http://schemas.openxmlformats.org/drawingml/2006/main">
              <a:ext uri="{FF2B5EF4-FFF2-40B4-BE49-F238E27FC236}">
                <a16:creationId xmlns:a16="http://schemas.microsoft.com/office/drawing/2014/main" id="{7A1AAFB9-CD83-43F5-A291-AA21236798BD}"/>
              </a:ext>
            </a:extLst>
          </p:cNvPr>
          <p:cNvSpPr>
            <a:spLocks xmlns:a="http://schemas.openxmlformats.org/drawingml/2006/main" noGrp="1"/>
          </p:cNvSpPr>
          <p:nvPr/>
        </p:nvSpPr>
        <p:spPr>
          <a:xfrm xmlns:a="http://schemas.openxmlformats.org/drawingml/2006/main">
            <a:off x="6238875" y="38576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03</a:t>
            </a:r>
          </a:p>
        </p:txBody>
      </p:sp>
      <p:sp>
        <p:nvSpPr>
          <p:cNvPr id="25" name="future-item-2">
            <a:extLst xmlns:a="http://schemas.openxmlformats.org/drawingml/2006/main">
              <a:ext uri="{FF2B5EF4-FFF2-40B4-BE49-F238E27FC236}">
                <a16:creationId xmlns:a16="http://schemas.microsoft.com/office/drawing/2014/main" id="{96223D36-A41F-4007-AFF2-63289E3BC99E}"/>
              </a:ext>
            </a:extLst>
          </p:cNvPr>
          <p:cNvSpPr>
            <a:spLocks xmlns:a="http://schemas.openxmlformats.org/drawingml/2006/main" noGrp="1"/>
          </p:cNvSpPr>
          <p:nvPr/>
        </p:nvSpPr>
        <p:spPr>
          <a:xfrm xmlns:a="http://schemas.openxmlformats.org/drawingml/2006/main">
            <a:off x="6667500" y="3810000"/>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Multi-user accounts and cloud sync</a:t>
            </a:r>
          </a:p>
        </p:txBody>
      </p:sp>
      <p:sp>
        <p:nvSpPr>
          <p:cNvPr id="26" name="future-index-3">
            <a:extLst xmlns:a="http://schemas.openxmlformats.org/drawingml/2006/main">
              <a:ext uri="{FF2B5EF4-FFF2-40B4-BE49-F238E27FC236}">
                <a16:creationId xmlns:a16="http://schemas.microsoft.com/office/drawing/2014/main" id="{361B9457-290B-4C3F-9127-E713F2F02EA1}"/>
              </a:ext>
            </a:extLst>
          </p:cNvPr>
          <p:cNvSpPr>
            <a:spLocks xmlns:a="http://schemas.openxmlformats.org/drawingml/2006/main" noGrp="1"/>
          </p:cNvSpPr>
          <p:nvPr/>
        </p:nvSpPr>
        <p:spPr>
          <a:xfrm xmlns:a="http://schemas.openxmlformats.org/drawingml/2006/main">
            <a:off x="6238875" y="439102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563EB"/>
                </a:solidFill>
                <a:latin typeface="Arial"/>
                <a:ea typeface="Arial"/>
                <a:cs typeface="Arial"/>
              </a:defRPr>
            </a:defPPr>
            <a:lvl1pPr algn="l">
              <a:defRPr sz="975" b="1">
                <a:solidFill>
                  <a:srgbClr val="2563EB"/>
                </a:solidFill>
                <a:latin typeface="Arial"/>
                <a:ea typeface="Arial"/>
                <a:cs typeface="Arial"/>
              </a:defRPr>
            </a:lvl1pPr>
            <a:lvl2pPr algn="l">
              <a:defRPr sz="975" b="1">
                <a:solidFill>
                  <a:srgbClr val="2563EB"/>
                </a:solidFill>
                <a:latin typeface="Arial"/>
                <a:ea typeface="Arial"/>
                <a:cs typeface="Arial"/>
              </a:defRPr>
            </a:lvl2pPr>
            <a:lvl3pPr algn="l">
              <a:defRPr sz="975" b="1">
                <a:solidFill>
                  <a:srgbClr val="2563EB"/>
                </a:solidFill>
                <a:latin typeface="Arial"/>
                <a:ea typeface="Arial"/>
                <a:cs typeface="Arial"/>
              </a:defRPr>
            </a:lvl3pPr>
            <a:lvl4pPr algn="l">
              <a:defRPr sz="975" b="1">
                <a:solidFill>
                  <a:srgbClr val="2563EB"/>
                </a:solidFill>
                <a:latin typeface="Arial"/>
                <a:ea typeface="Arial"/>
                <a:cs typeface="Arial"/>
              </a:defRPr>
            </a:lvl4pPr>
            <a:lvl5pPr algn="l">
              <a:defRPr sz="975" b="1">
                <a:solidFill>
                  <a:srgbClr val="2563EB"/>
                </a:solidFill>
                <a:latin typeface="Arial"/>
                <a:ea typeface="Arial"/>
                <a:cs typeface="Arial"/>
              </a:defRPr>
            </a:lvl5pPr>
            <a:lvl6pPr algn="l">
              <a:defRPr sz="975" b="1">
                <a:solidFill>
                  <a:srgbClr val="2563EB"/>
                </a:solidFill>
                <a:latin typeface="Arial"/>
                <a:ea typeface="Arial"/>
                <a:cs typeface="Arial"/>
              </a:defRPr>
            </a:lvl6pPr>
            <a:lvl7pPr algn="l">
              <a:defRPr sz="975" b="1">
                <a:solidFill>
                  <a:srgbClr val="2563EB"/>
                </a:solidFill>
                <a:latin typeface="Arial"/>
                <a:ea typeface="Arial"/>
                <a:cs typeface="Arial"/>
              </a:defRPr>
            </a:lvl7pPr>
            <a:lvl8pPr algn="l">
              <a:defRPr sz="975" b="1">
                <a:solidFill>
                  <a:srgbClr val="2563EB"/>
                </a:solidFill>
                <a:latin typeface="Arial"/>
                <a:ea typeface="Arial"/>
                <a:cs typeface="Arial"/>
              </a:defRPr>
            </a:lvl8pPr>
            <a:lvl9pPr algn="l">
              <a:defRPr sz="975" b="1">
                <a:solidFill>
                  <a:srgbClr val="2563EB"/>
                </a:solidFill>
                <a:latin typeface="Arial"/>
                <a:ea typeface="Arial"/>
                <a:cs typeface="Arial"/>
              </a:defRPr>
            </a:lvl9pPr>
          </a:lstStyle>
          <a:p xmlns:a="http://schemas.openxmlformats.org/drawingml/2006/main">
            <a:pPr algn="l">
              <a:defRPr sz="975" b="1">
                <a:solidFill>
                  <a:srgbClr val="2563EB"/>
                </a:solidFill>
                <a:latin typeface="Arial"/>
                <a:ea typeface="Arial"/>
                <a:cs typeface="Arial"/>
              </a:defRPr>
            </a:pPr>
            <a:r>
              <a:rPr sz="975" b="1">
                <a:solidFill>
                  <a:srgbClr val="2563EB"/>
                </a:solidFill>
                <a:latin typeface="Arial"/>
                <a:ea typeface="Arial"/>
                <a:cs typeface="Arial"/>
              </a:rPr>
              <a:t>04</a:t>
            </a:r>
          </a:p>
        </p:txBody>
      </p:sp>
      <p:sp>
        <p:nvSpPr>
          <p:cNvPr id="27" name="future-item-3">
            <a:extLst xmlns:a="http://schemas.openxmlformats.org/drawingml/2006/main">
              <a:ext uri="{FF2B5EF4-FFF2-40B4-BE49-F238E27FC236}">
                <a16:creationId xmlns:a16="http://schemas.microsoft.com/office/drawing/2014/main" id="{F8C4771F-B741-4E5A-8A63-9D56DC4D0023}"/>
              </a:ext>
            </a:extLst>
          </p:cNvPr>
          <p:cNvSpPr>
            <a:spLocks xmlns:a="http://schemas.openxmlformats.org/drawingml/2006/main" noGrp="1"/>
          </p:cNvSpPr>
          <p:nvPr/>
        </p:nvSpPr>
        <p:spPr>
          <a:xfrm xmlns:a="http://schemas.openxmlformats.org/drawingml/2006/main">
            <a:off x="6667500" y="4343400"/>
            <a:ext cx="433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2233F"/>
                </a:solidFill>
                <a:latin typeface="Arial"/>
                <a:ea typeface="Arial"/>
                <a:cs typeface="Arial"/>
              </a:defRPr>
            </a:defPPr>
            <a:lvl1pPr algn="l">
              <a:defRPr sz="1200" b="0">
                <a:solidFill>
                  <a:srgbClr val="12233F"/>
                </a:solidFill>
                <a:latin typeface="Arial"/>
                <a:ea typeface="Arial"/>
                <a:cs typeface="Arial"/>
              </a:defRPr>
            </a:lvl1pPr>
            <a:lvl2pPr algn="l">
              <a:defRPr sz="1200" b="0">
                <a:solidFill>
                  <a:srgbClr val="12233F"/>
                </a:solidFill>
                <a:latin typeface="Arial"/>
                <a:ea typeface="Arial"/>
                <a:cs typeface="Arial"/>
              </a:defRPr>
            </a:lvl2pPr>
            <a:lvl3pPr algn="l">
              <a:defRPr sz="1200" b="0">
                <a:solidFill>
                  <a:srgbClr val="12233F"/>
                </a:solidFill>
                <a:latin typeface="Arial"/>
                <a:ea typeface="Arial"/>
                <a:cs typeface="Arial"/>
              </a:defRPr>
            </a:lvl3pPr>
            <a:lvl4pPr algn="l">
              <a:defRPr sz="1200" b="0">
                <a:solidFill>
                  <a:srgbClr val="12233F"/>
                </a:solidFill>
                <a:latin typeface="Arial"/>
                <a:ea typeface="Arial"/>
                <a:cs typeface="Arial"/>
              </a:defRPr>
            </a:lvl4pPr>
            <a:lvl5pPr algn="l">
              <a:defRPr sz="1200" b="0">
                <a:solidFill>
                  <a:srgbClr val="12233F"/>
                </a:solidFill>
                <a:latin typeface="Arial"/>
                <a:ea typeface="Arial"/>
                <a:cs typeface="Arial"/>
              </a:defRPr>
            </a:lvl5pPr>
            <a:lvl6pPr algn="l">
              <a:defRPr sz="1200" b="0">
                <a:solidFill>
                  <a:srgbClr val="12233F"/>
                </a:solidFill>
                <a:latin typeface="Arial"/>
                <a:ea typeface="Arial"/>
                <a:cs typeface="Arial"/>
              </a:defRPr>
            </a:lvl6pPr>
            <a:lvl7pPr algn="l">
              <a:defRPr sz="1200" b="0">
                <a:solidFill>
                  <a:srgbClr val="12233F"/>
                </a:solidFill>
                <a:latin typeface="Arial"/>
                <a:ea typeface="Arial"/>
                <a:cs typeface="Arial"/>
              </a:defRPr>
            </a:lvl7pPr>
            <a:lvl8pPr algn="l">
              <a:defRPr sz="1200" b="0">
                <a:solidFill>
                  <a:srgbClr val="12233F"/>
                </a:solidFill>
                <a:latin typeface="Arial"/>
                <a:ea typeface="Arial"/>
                <a:cs typeface="Arial"/>
              </a:defRPr>
            </a:lvl8pPr>
            <a:lvl9pPr algn="l">
              <a:defRPr sz="1200" b="0">
                <a:solidFill>
                  <a:srgbClr val="12233F"/>
                </a:solidFill>
                <a:latin typeface="Arial"/>
                <a:ea typeface="Arial"/>
                <a:cs typeface="Arial"/>
              </a:defRPr>
            </a:lvl9pPr>
          </a:lstStyle>
          <a:p xmlns:a="http://schemas.openxmlformats.org/drawingml/2006/main">
            <a:pPr algn="l">
              <a:defRPr sz="1200" b="0">
                <a:solidFill>
                  <a:srgbClr val="12233F"/>
                </a:solidFill>
                <a:latin typeface="Arial"/>
                <a:ea typeface="Arial"/>
                <a:cs typeface="Arial"/>
              </a:defRPr>
            </a:pPr>
            <a:r>
              <a:rPr sz="1200" b="0">
                <a:solidFill>
                  <a:srgbClr val="12233F"/>
                </a:solidFill>
                <a:latin typeface="Arial"/>
                <a:ea typeface="Arial"/>
                <a:cs typeface="Arial"/>
              </a:rPr>
              <a:t>Mobile application</a:t>
            </a:r>
          </a:p>
        </p:txBody>
      </p:sp>
      <p:sp>
        <p:nvSpPr>
          <p:cNvPr id="28" name="closing-band">
            <a:extLst xmlns:a="http://schemas.openxmlformats.org/drawingml/2006/main">
              <a:ext uri="{FF2B5EF4-FFF2-40B4-BE49-F238E27FC236}">
                <a16:creationId xmlns:a16="http://schemas.microsoft.com/office/drawing/2014/main" id="{F7D6E892-B329-4004-B232-615372673562}"/>
              </a:ext>
            </a:extLst>
          </p:cNvPr>
          <p:cNvSpPr>
            <a:spLocks xmlns:a="http://schemas.openxmlformats.org/drawingml/2006/main" noGrp="1"/>
          </p:cNvSpPr>
          <p:nvPr/>
        </p:nvSpPr>
        <p:spPr>
          <a:xfrm xmlns:a="http://schemas.openxmlformats.org/drawingml/2006/main">
            <a:off x="552450" y="5657850"/>
            <a:ext cx="10810875" cy="514350"/>
          </a:xfrm>
          <a:prstGeom xmlns:a="http://schemas.openxmlformats.org/drawingml/2006/main" prst="roundRect">
            <a:avLst>
              <a:gd name="adj" fmla="val 14815"/>
            </a:avLst>
          </a:prstGeom>
          <a:solidFill xmlns:a="http://schemas.openxmlformats.org/drawingml/2006/main">
            <a:srgbClr val="0B1730"/>
          </a:solidFill>
          <a:ln xmlns:a="http://schemas.openxmlformats.org/drawingml/2006/main" w="9525">
            <a:solidFill>
              <a:srgbClr val="0B1730"/>
            </a:solidFill>
            <a:prstDash val="solid"/>
          </a:ln>
        </p:spPr>
      </p:sp>
      <p:sp>
        <p:nvSpPr>
          <p:cNvPr id="29" name="closing-text">
            <a:extLst xmlns:a="http://schemas.openxmlformats.org/drawingml/2006/main">
              <a:ext uri="{FF2B5EF4-FFF2-40B4-BE49-F238E27FC236}">
                <a16:creationId xmlns:a16="http://schemas.microsoft.com/office/drawing/2014/main" id="{E92201FE-CDA5-44A8-9949-878C717B2E66}"/>
              </a:ext>
            </a:extLst>
          </p:cNvPr>
          <p:cNvSpPr>
            <a:spLocks xmlns:a="http://schemas.openxmlformats.org/drawingml/2006/main" noGrp="1"/>
          </p:cNvSpPr>
          <p:nvPr/>
        </p:nvSpPr>
        <p:spPr>
          <a:xfrm xmlns:a="http://schemas.openxmlformats.org/drawingml/2006/main">
            <a:off x="762000" y="5781675"/>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Thank you  ·  Questions?</a:t>
            </a:r>
          </a:p>
        </p:txBody>
      </p:sp>
    </p:spTree>
    <p:extLst>
      <p:ext uri="{BB962C8B-B14F-4D97-AF65-F5344CB8AC3E}">
        <p14:creationId xmlns:p14="http://schemas.microsoft.com/office/powerpoint/2010/main" val="1915000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2026-10-21T10:30:16.7280000Z</dcterms:created>
  <dcterms:modified xsi:type="dcterms:W3CDTF">2026-10-21T10:30:16.7280000Z</dcterms:modified>
</coreProperties>
</file>